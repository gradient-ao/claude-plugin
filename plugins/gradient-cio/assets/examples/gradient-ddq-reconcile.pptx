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Analysis — Provider conflict</a:t>
            </a:r>
          </a:p>
          <a:p>
            <a:r>
              <a:t>Observation: The fictional TEST evidence supports the analysis — provider conflict finding [S2]. Why it matters: It focuses review on the principal evidence gap. Uncertainty: The compact fixture omits some corroborating detail. What would change the view: Updated governed evidence that contradicts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DDQ RECONCILIATION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Ridgeview Example Advisors, LP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Synthetic test DDQ · Global Macro Fund III, Ltd. · CRD 999901 · Example City, 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ADVISER CRD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999901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DDQ AS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FORM ADV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2026-10-01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ADV FILING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2026-08-18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Gradient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REPORT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2026-10-04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WHAT THE MANAGER TOLD US VS. WHAT IT FILED WITH THE 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239512" cy="287525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87525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Bottom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4946904" cy="239062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Of 20 checkable DDQ answers, 13 are consistent with Form ADV and Schedule D, 4 are contradicted and 3 need review [S1][S2]. The most serious gap is the fund administrator: the DDQ names Example Fund Administration, while Schedule D lists Example Trust Company [S1][S2]. The DDQ also overstates headcount by 105 people and private funds by 3, and understates the fund minimum by $1.67M; these gaps are returned by the governed reconciliation [S1]. The source DDQ is preserved by digest [S3].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10863"/>
            <a:ext cx="1227582" cy="19070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310863"/>
            <a:ext cx="122758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438879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CONTRADICTED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694911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2 firm · 2 fund [S1]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77389" y="4310863"/>
            <a:ext cx="1227582" cy="19070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7389" y="4310863"/>
            <a:ext cx="122758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7117" y="4438879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NEEDS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7117" y="4694911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7117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Partial provider lists [S2]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4700" y="4310863"/>
            <a:ext cx="1227582" cy="19070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4700" y="4310863"/>
            <a:ext cx="122758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4428" y="4438879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CONSISTENT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4428" y="4694911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4428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6 governed · 7 analyst [S3]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52009" y="4310863"/>
            <a:ext cx="1227582" cy="19070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52009" y="4310863"/>
            <a:ext cx="1227582" cy="45720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1738" y="4438879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NOT CHECKABLE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1738" y="4694911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1738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Of transcribed fields [S3]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325880"/>
            <a:ext cx="523951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Unsupported block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1719072"/>
            <a:ext cx="494690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Block type 'two_col' is not available in PowerPoint.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WHAT THE MANAGER TOLD US VS. WHAT IT FILED WITH THE 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CHECK COVERAGE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491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9826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982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Firm claims (8)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Governed reconciliation, verdicts from Gradient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2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 claims (12)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Analyst comparison against Schedule D; governed check unavailable for this fund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82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stated in the DDQ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26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Workpaper saved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run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Reconciliation returned no run ID; this report is the record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201251"/>
            <a:ext cx="10908792" cy="95540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201251"/>
            <a:ext cx="54864" cy="95540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31097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headline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594443"/>
            <a:ext cx="10616184" cy="4707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report carries a 4 discrepancies found signal [S1]. Why it matters: The signal frames the review. Uncertainty: Evidence coverage is bounded. What would change the view: New governed evidence that changes the signal.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66383"/>
            <a:ext cx="10908792" cy="95153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266383"/>
            <a:ext cx="54864" cy="95153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537611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primary 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659575"/>
            <a:ext cx="10616184" cy="4669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Contradicted is 4 in the TEST evidence [S2]. Why it matters: This measure anchors the executive view. Uncertainty: The fixture is deliberately compact. What would change the view: A refreshed source with a materially different value.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WHAT THE MANAGER TOLD US VS. WHAT IT FILED WITH THE 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monitoring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Not checkable is 0 in the TEST evidence [S3]. Why it matters: It identifies a monitoring priority. Uncertainty: Supporting detail is limited. What would change the view: Corroborated evidence that resolves or reverses the item.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RANKED BY SEVERITY; EACH QUESTION QUOTES BOTH SIDES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Discrepancies &amp; follow-up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93313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93313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Visual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850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Not available — No governed visual was returned for this fictional TEST fixture.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368742"/>
          <a:ext cx="10908792" cy="3849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4152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415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t>● HIGH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Administrator does not match Schedule 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DDQ 2.6: Example Fund Administration (Ireland) Limited. Schedule D 7.B.1 (report 2026-10-01): Example Trust Company 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15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fund count overstated by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DDQ 1.5: 41 private funds. Form ADV Item 7.B: 38 [S1]. Possible undisclosed or newly launched vehicles.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415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Headcount overstated by 105 (+9.3%)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DDQ 1.3: 1,240. Form ADV Item 5.A: 1,135, filed 2026-08-18; governed gap +105 (+9.3%) [S1]. Could partly reflect hiring since the filing.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15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Minimum investment understated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DDQ 2.3: $5,000,000. Schedule D: $6,668,500; governed gap −$1.67M (−25.0%) [S1][S2].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415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Service-provider lists incomplete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Prime brokers 2 of 4; custodians 1 of 12; auditor PCAOB IDs 1 of 2 (1323 and 185) 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RANKED BY SEVERITY; EACH QUESTION QUOTES BOTH SIDES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Discrepancies &amp; follow-up questions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27228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27228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Analysis — Provider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78765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evidence supports the analysis — provider conflict finding [S2]. Why it matters: It focuses review on the principal evidence gap. Uncertainty: The compact fixture…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7891"/>
            <a:ext cx="10908792" cy="351002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t>01  Your DDQ names Example Fund Administration (Ireland) as administrator; Schedule D (report 2026-10-01) lists Example Trust Company. Who is the current administrator, and when did any change take effect?</a:t>
            </a:r>
            <a:br/>
            <a:r>
              <a:t>      Contradicted, high severity [S2]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t>02  Please list the 41 private funds referenced in DDQ 1.5 and identify the 3 not reported in your most recent Form ADV.</a:t>
            </a:r>
            <a:br/>
            <a:r>
              <a:t>      Item 7.B reports 38 [S1]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t>03  Please reconcile the 1,240 headcount in DDQ 1.3 with the 1,135 employees in Item 5.A of your 2026-08-18 filing.</a:t>
            </a:r>
            <a:br/>
            <a:r>
              <a:t>      Governed gap of 105 [S1]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t>04  Confirm the minimum initial investment for Global Macro Fund III; Schedule D reports $6,668,500.</a:t>
            </a:r>
            <a:br/>
            <a:r>
              <a:t>      DDQ states $5,000,000 [S2]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t>05  Please provide the full list of prime brokers and custodians, and confirm which Example Audit entity (PCAOB 9991 or 9992) signs the audit opinion.</a:t>
            </a:r>
            <a:br/>
            <a:r>
              <a:t>      DDQ lists subsets [S2]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GRADIENT VERDICTS AGAINST FORM ADV PART 1A, REPORT 2026-10-01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Firm reconciliation (governed)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120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DDQ says (quote, line)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Filed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Regulatory AUM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$12.4B — “…regulatory assets under management of $12.4 billion…” (L16)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$12.40B (Item 5.F)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Within tolerance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Discretionary AUM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$12.4B — “…managed on a discretionary basis: $12.4 billion.” (L19)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$12.40B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Within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Employees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1,240 — “The firm employs 1,240 people…” (L22)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1,135 (Item 5.A)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t>● 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+105 (+9.3%)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Client accounts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133 — “The firm advises 133 client accounts.” (L25)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133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Exact match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funds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41 — “The firm advises 41 private funds.” (L28)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38 (Item 7.B)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t>● 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+3 funds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Custody amount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$127.2B — “…custody total approximately $127.2 billion.” (L31)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$127.22B (Item 9)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Within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Disciplinary count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 — “Disciplinary disclosure count: 0.” (L34)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 (Item 11)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Exact match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Disciplinary flag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— “The firm has no disciplinary disclosures…” (L34)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Exact match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Verdicts and tolerances are Gradient's governed comparator (ddq-reconciliation-comparator-v1). DDQ values are the manager's assertions; Form ADV is adviser-reported, not SEC-verified.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ANALYST COMPARISON AGAINST SCHEDULE D 7.B.1 (PFID 805-5927286713)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Fund reconciliation: Global Macro Fund III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Analyst comparison — not a governed verdict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Gradient resolved this fund only to a Schedule D record (pfid:805-5927286713) without a catalog ID, and its governed reconciliation rejected that record. The rows below compare the DDQ with the filed Schedule D values returned by the ODD profile [S2].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ANALYST COMPARISON AGAINST SCHEDULE D 7.B.1 (PFID 805-5927286713)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Fund reconciliation: Global Macro Fund III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0767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DDQ says (line)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Filed (Schedule D)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 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Hedge Fund (L38)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Hedge Fund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Gross asset value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$1.11B (L40)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$1.105B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+0.4%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Minimum investment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$5,000,000 (L42)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$6,668,500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t>● 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−$1.67M (−25.0%)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Beneficial owners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 (L44)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Auditor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Audit LLP (L46)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Audit LLP (two Example Audit entities)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Name match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Auditor PCAOB ID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185 (L46)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1323 and 185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needs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DDQ names 1 of 2 audit firms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Audited / unqualified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Yes / Yes (L46)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Yes / Yes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Administrator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Fund Administration (Ireland) Ltd (L48)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Trust Company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t>● 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Different provider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Admin prepares statements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Yes (L48)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Yes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Prime brokers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Securities LLC; Example Markets LLC (L50)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Prime Brokerage A; Example Prime Brokerage B; Example Securities LLC; Example Markets LLC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needs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 of 4 named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Custodian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Trust Company (L52)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 custodians incl. Example Trust Company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needs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 of 12 named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sources &amp;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SOURCES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1178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29458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DDQ reconciliation, 20 claims with governed numeric gaps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reconcile_manager_ddq_claims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7c89a13a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 ADV profile incl. Schedule D 7.B.1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run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091b0cf9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Synthetic DDQ file (sha256)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2026-09-30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1b448613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88272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SERVER METRIC METHODS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162592"/>
          <a:ext cx="10908792" cy="1178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29458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Server formula identity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Headcount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ddq-claim-filed-numeric-gap/v1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+9.3%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Gross asset value gap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ddq-claim-filed-numeric-gap/v1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+0.4%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458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Minimum investment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ddq-claim-filed-numeric-gap/v1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−25.0%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45066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VERDICTS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724985"/>
          <a:ext cx="10908792" cy="1492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3732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Consistent / corroborated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Exact match, legal-suffix match or within tolerance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2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Numeric or name mismatch beyond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323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Needs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Partial overlap, e.g. DDQ lists a subset of filed providers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23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Unverifiable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filed value to compare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sources &amp; method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Disclaimer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TEST FIXTURE. The DDQ is synthetic and was written by Gradient for QA; it was not issued by Ridgeview Example Advisors. Filed values are Form ADV data reported by the adviser and normalized by Gradient; they are not SEC verification. Not investment advice.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TEST FIXTURE — synthetic DDQ, not a manager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Ridgeview Example Advisors, LP (TEST)</dc:title>
  <dc:subject>DDQ Reconciliation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