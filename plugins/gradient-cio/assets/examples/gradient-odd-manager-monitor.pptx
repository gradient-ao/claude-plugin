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 / info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is medium</a:t>
            </a:r>
          </a:p>
          <a:p>
            <a:r>
              <a:t>Observation: One unavailable event-coverage item supports the sample medium finding [S3]. Why it matters: It focuses review on the principal monitoring gap. Uncertainty: The public sample omits some corroborating event detail. What would change the view: Refreshed governed event records resolving the unavailable 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No reviews are imminent</a:t>
            </a:r>
          </a:p>
          <a:p>
            <a:r>
              <a:t>Observation: Both roster subjects are current through 2027-09-29 [S1]. Why it matters: Neither review is due within 30 days. Uncertainty: The calendar relies only on recorded roster dates. What would change the view: A new finding or event record triggering an off-cycle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MANAGER MONITORING DIGEST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Investment Office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Manager monitoring digest · week of 2026-09-28 to 2026-10-04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ROSTER FUNDS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 of 3 slots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MANAGERS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NEW ALERTS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CHANGES SINCE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THIS WEEK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 item to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ROSTER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 of 2 · Complete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NEEDS ATTENTION ACROSS THE DILIGENCE ROSTER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This week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26398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26398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77934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One item needs attention: Ridgeview Advisors filed a new Form ADV snapshot dated 2026-10-01, two days after its last review on 2026-09-29 [S2]. The monitor processed that filing and raised no alerts in any category [S3], and there are no open findings [S4]. Review the new filing and decide whether an ODD refresh is needed; Global Macro Fund II has no new activity. The firm and fund event feed is not yet published, so absence of events is not evidence of none [S5].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699588"/>
            <a:ext cx="2644902" cy="251833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699588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749808" y="3827604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NEW ALERTS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083636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ADV run 2026-10-01 [S3]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94710" y="3699588"/>
            <a:ext cx="2644902" cy="251833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3394710" y="3699588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3504438" y="3827604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CHANGES SINCE 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4083636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New ADV snapshot [S2]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3699588"/>
            <a:ext cx="2644902" cy="251833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6149340" y="3699588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259068" y="3827604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FINDINGS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4083636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 open findings [S4]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3970" y="3699588"/>
            <a:ext cx="2644902" cy="251833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8903970" y="3699588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9013698" y="3827604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REVIEWS DUE ≤30D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4083636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Next due 2027-09-29 [S1]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NEEDS ATTENTION ACROSS THE DILIGENCE ROSTER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This week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ALERTS BY SEVERITY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NEEDS ATTENTION ACROSS THE DILIGENCE ROSTER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This week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TOP FINDINGS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9572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7862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7862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 Advisors — review new ADV filing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 Form ADV snapshot dated 2026-10-01 was filed after the 2026-09-29 review 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2667173"/>
            <a:ext cx="10908792" cy="125815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2667173"/>
            <a:ext cx="54864" cy="125815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277690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060365"/>
            <a:ext cx="10616184" cy="7735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sample report carries a 1 item to review signal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035057"/>
            <a:ext cx="10908792" cy="103656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4035057"/>
            <a:ext cx="54864" cy="103656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414478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4428249"/>
            <a:ext cx="10616184" cy="55193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New alerts is 0 in the review evidence [S2]. Why it matters: This measure establishes the baseline for comparing later governed results. Uncertainty: The source basis may omit newer observations outside the reviewed evidence. What would change the view: A refreshed source report showing a change above 1%.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181352"/>
            <a:ext cx="10908792" cy="103656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640080" y="5181352"/>
            <a:ext cx="54864" cy="103656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804671" y="529108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1" y="5574544"/>
            <a:ext cx="10616184" cy="55193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Reviews due ≤30d is 0 in the review evidence [S3]. Why it matters: This result determines which item receives priority in the next monitoring cycle. Uncertainty: Supporting coverage may omit later filings or corroborating detail. What would change the view: A new filing or report that resolves the item or changes it by 1%.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ONE MANAGER HAS A FILING CHANGE; ITS EVENT FEED REMAINS UNPUBLISHED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Changes and alerts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RIDGEVIEW FILING CHANGE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5239512" cy="11513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504"/>
                <a:gridCol w="1746504"/>
                <a:gridCol w="1746504"/>
              </a:tblGrid>
              <a:tr h="57565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7565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snapshot post-dates the last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2026-10-01 snapshot followed the governed 2026-09-29 review date 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2861229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RIDGEVIEW ADVISORS — CHANGE SINCE LAST REVIEW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3135549"/>
          <a:ext cx="5239512" cy="30823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9756"/>
                <a:gridCol w="2619756"/>
              </a:tblGrid>
              <a:tr h="513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snapshot dated 2026-10-01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3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Rule triggered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change-since-review-adv_snapshot (medium): occurred after last review 2026-09-29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3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 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adv_history:2026-10-01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3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 alerts on this filing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 alerts; 912 registered-adviser events classified across the market, none for monitored CRDs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3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Red-flag concerns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None (manager ADV: no qualifying red flags)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37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None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309360" y="1325880"/>
            <a:ext cx="523951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30936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73952" y="1435607"/>
            <a:ext cx="494690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Ridgeview event timeline unavailable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1719072"/>
            <a:ext cx="494690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firm and fund event publication is not ready; absence is not evidence of no events [S5].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ONE MANAGER HAS A FILING CHANGE; ITS EVENT FEED REMAINS UNPUBLISHED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Changes and alerts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Why this is medium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One unavailable event-coverage item supports the sample medium finding [S3]. Why it matters: It focuses review on the principal monitoring gap. Uncertainty: The public sample omits some…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LAST AND NEXT REVIEWS PER ROSTER SUBJECT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Review calendar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REVIEWS DUE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74519" y="1673352"/>
            <a:ext cx="22860" cy="4507992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Oval 10"/>
          <p:cNvSpPr/>
          <p:nvPr/>
        </p:nvSpPr>
        <p:spPr>
          <a:xfrm>
            <a:off x="1824228" y="1837944"/>
            <a:ext cx="128016" cy="128016"/>
          </a:xfrm>
          <a:prstGeom prst="ellipse">
            <a:avLst/>
          </a:prstGeom>
          <a:solidFill>
            <a:srgbClr val="C6F43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1673352"/>
            <a:ext cx="1106424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2026-09-29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1673352"/>
            <a:ext cx="949147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Last review completed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1938528"/>
            <a:ext cx="9491472" cy="11720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Ridgeview fund and parent firm [S1].</a:t>
            </a:r>
          </a:p>
        </p:txBody>
      </p:sp>
      <p:sp>
        <p:nvSpPr>
          <p:cNvPr id="15" name="Oval 14"/>
          <p:cNvSpPr/>
          <p:nvPr/>
        </p:nvSpPr>
        <p:spPr>
          <a:xfrm>
            <a:off x="1824228" y="4091939"/>
            <a:ext cx="128016" cy="128016"/>
          </a:xfrm>
          <a:prstGeom prst="ellipse">
            <a:avLst/>
          </a:prstGeom>
          <a:solidFill>
            <a:srgbClr val="0D111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3927348"/>
            <a:ext cx="1106424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2027-09-29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927348"/>
            <a:ext cx="949147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Next review due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7400" y="4192524"/>
            <a:ext cx="9491472" cy="11720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Both roster subjects remain current [S1].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LAST AND NEXT REVIEWS PER ROSTER SUBJECT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Review calendar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25273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84245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Subject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Last review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due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8424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 Global Macro Fund II, Ltd.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2026-09-29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2027-09-29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Current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8424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 Advisors (parent firm)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2026-09-29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2027-09-29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Current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871524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Roster capacity: 1 of 3 fund slots used [S1].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64132"/>
            <a:ext cx="10908792" cy="205378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4164132"/>
            <a:ext cx="54864" cy="2053787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27386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No reviews are imminent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557324"/>
            <a:ext cx="10616184" cy="156915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Both roster subjects are current through 2027-09-29 [S1]. Why it matters: Neither review is due within 30 days. Uncertainty: The calendar relies only on recorded roster dates…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EACH SOURCE COVERED THIS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 and freshness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9886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Attention queue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 subjects, completeness complete; as of 2026-10-04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 alerts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Registered and exempt ADV runs for 2026-10-01 completed 2026-10-04; aligned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Current: 3 days old, expected report date 2026-10-01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open findings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Firm and fund events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Event publication not ready — absence is not evidence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9886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Research watchlist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watchlist items selected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 · S4 · S5 ·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32029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45756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5756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Roster and capacity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get_diligence_roster_funds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56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Attention queue, changes since review, red flags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get_manager_diligence_attention_queue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sha256:bbbbbbbbbbbbbbbbbbbbbbbbbbbbbbbbbbbbbbbbbbbbbbbbbbbbbbbbbbbbbbbb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5756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 alerts and 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get_manager_monitor_evidence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sha256:cccccccccccccccccccccccccccccccccccccccccccccccccccccccccccccccc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56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findings — Ridgeview Advisors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get_manager_diligence_findings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'advisory', 'status': 'advisory'}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sha256:dddddddddddddddddddddddddddddddddddddddddddddddddddddddddddddddd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5756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Firm and fund events — Ridgeview Advisors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get_firm_fund_events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event_date_from=2026-09-28; event_date_to=2026-10-04; 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sha256:eeeeeeeeeeeeeeeeeeeeeeeeeeeeeeeeeeeeeeeeeeeeeeeeeeeeeeeeeeeeeeee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56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Research watchlist changes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get_research_watchlist_changes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sha256:ffffffffffffffffffffffffffffffffffffffffffffffffffffffffffffffff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547097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S4 validation: advisory 'empty primary list has no explicit reason' although the response states absence_reason no_open_findings. 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39705"/>
            <a:ext cx="10908792" cy="137821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Window: 2026-09-28 to 2026-10-04. Severity: high = tier-1 alert, new red flag, overdue high finding or overdue review; medium = material change since review, tier-2 alert, open medium finding, review due within 30 days; low = everything else.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Organization: Gradient (org_TEST000000000000000000000). Data scope: user-authorized live.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Form ADV is adviser-reported and not verified by the SEC. This digest is a monitoring aid, not investment, legal or compliance advice.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Investment Office</dc:title>
  <dc:subject>Monitoring Digest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