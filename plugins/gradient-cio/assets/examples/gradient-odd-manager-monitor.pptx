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 / info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One unavailable event-coverage item supports the sample medium finding [S3]. Why it matters: It focuses review on the principal monitoring gap. Uncertainty: The public sample omits some corroborating event detail. What would change the view: Refreshed governed event records resolving the unavailable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Neither review is due within 30 days. Uncertainty: The calendar relies only on recorded roster dates. What would change the view: A new finding or event record triggering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Manager monitoring digest · week of 2026-09-28 to 2026-10-04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3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item to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2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8223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8223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3377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item needs attention: Ridgeview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57956"/>
            <a:ext cx="2644902" cy="19599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579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859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420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run 2026-10-01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57956"/>
            <a:ext cx="2644902" cy="19599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5795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859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CHANGES SINCE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6420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New ADV snapshot [S2]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57956"/>
            <a:ext cx="2644902" cy="19599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579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859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FINDINGS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6420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open findings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57956"/>
            <a:ext cx="2644902" cy="19599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579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859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 ≤30D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6420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due 2027-09-29 [S1]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ALERTS BY SEVERITY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This week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FINDINGS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741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061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6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— review new ADV filing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 Form ADV snapshot dated 2026-10-01 was filed after the 2026-09-29 review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2451154"/>
            <a:ext cx="10908792" cy="1217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451154"/>
            <a:ext cx="54864" cy="12179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5608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844346"/>
            <a:ext cx="10616184" cy="733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1 item to review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78827"/>
            <a:ext cx="10908792" cy="11327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3778827"/>
            <a:ext cx="54864" cy="11327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38885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172019"/>
            <a:ext cx="10616184" cy="6480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alerts is 0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021279"/>
            <a:ext cx="10908792" cy="11966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021279"/>
            <a:ext cx="54864" cy="1196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1310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414471"/>
            <a:ext cx="10616184" cy="7120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Reviews due ≤30d is 0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FILING CHANGE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1151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5756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56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post-dates the last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2026-10-01 snapshot followed the governed 2026-09-29 review date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61229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ADVISORS — CHANGE SINCE LAST REVIEW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35549"/>
          <a:ext cx="5239512" cy="3082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7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event timeline unavailable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firm and fund event publication is not ready; absence is not evidence of no events [S5].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MANAGER HAS A FILING CHANGE; ITS EVENT FEED REMAINS UNPUBLISHED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Changes and alerts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is 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unavailable event-coverage item supports the sample medium finding [S3]. Why it matters: It focuses review on the principal monitoring gap. Uncertainty: The public sample omits some…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REVIEWS DUE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2026-09-29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Last review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fund and parent firm [S1].</a:t>
            </a:r>
          </a:p>
        </p:txBody>
      </p:sp>
      <p:sp>
        <p:nvSpPr>
          <p:cNvPr id="15" name="Oval 14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2027-09-29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Next review due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Both roster subjects remain current [S1].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calendar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235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785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85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70135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capacity: 1 of 3 fund slots used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93960"/>
            <a:ext cx="10908792" cy="22239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93960"/>
            <a:ext cx="54864" cy="222395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036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reviews are imminent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87152"/>
            <a:ext cx="10616184" cy="17393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Both roster subjects are current through 2027-09-29 [S1]. Why it matters: Neither review is due within 30 days. Uncertainty: The calendar relies only on recorded roster dates…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freshness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subjects, completeness complete;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 and exempt ADV runs for 2026-10-01 completed 2026-10-04; aligned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 — absence is not evidence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706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866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and fund events — 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event_date_from=2026-09-28; event_date_to=2026-10-04; 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63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0505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S4 validation: advisory 'empty primary list has no explicit reason' although the response states absence_reason no_open_findings. 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163"/>
            <a:ext cx="10908792" cy="18747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Organization: Gradient (org_TEST000000000000000000000). Data scope: user-authorized live.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 and not verified by the SEC. This digest is a monitoring aid,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2026-10-01 (Form ADV); queue 2026-10-04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Monitoring Digest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