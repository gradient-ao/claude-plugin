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 / info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is medium</a:t>
            </a:r>
          </a:p>
          <a:p>
            <a:r>
              <a:t>Observation: One unavailable event-coverage item supports the sample medium finding [S3]. Why it matters: It focuses review on the principal monitoring gap. Uncertainty: The public sample omits some corroborating event detail. What would change the view: Refreshed governed event records resolving the unavailable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reviews are imminent</a:t>
            </a:r>
          </a:p>
          <a:p>
            <a:r>
              <a:t>Observation: Both roster subjects are current through 2027-09-29 [S1]. Why it matters: Neither review is due within 30 days. Uncertainty: The calendar relies only on recorded roster dates. What would change the view: A new finding or event record triggering an off-cycle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MONITORING DIGEST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Manager monitoring digest · week of 2026-09-28 to 2026-10-04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82462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5631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One manager change to review this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06534"/>
            <a:ext cx="10908792" cy="21845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406534"/>
            <a:ext cx="54864" cy="218458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5162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799726"/>
            <a:ext cx="10616184" cy="16999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item needs attention: Ridgeview Advisors filed a new Form ADV snapshot dated 2026-10-01, two days after its last review on 2026-09-29 [S2]. The monitor processed that filing and raised no alerts in any category [S3], and there are no open findings [S4]. Review the new filing and decide whether an ODD refresh is needed; Global Macro Fund II has no new activity. The firm and fund event feed is not yet published, so absence of events is not evidence of none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0847"/>
            <a:ext cx="2644902" cy="15170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7008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8288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0848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run 2026-10-01 [S3]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700847"/>
            <a:ext cx="2644902" cy="15170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7008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8288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0848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ADV snapshot [S2]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700847"/>
            <a:ext cx="2644902" cy="15170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7008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8288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FINDINGS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0848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open findings [S4]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700847"/>
            <a:ext cx="2644902" cy="15170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7008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8288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 ≤30D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0848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due 2027-09-29 [S1]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ALERTS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944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20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207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— review new ADV filing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 Form ADV snapshot dated 2026-10-01 was filed after the 2026-09-29 review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2654073"/>
            <a:ext cx="10908792" cy="11545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654073"/>
            <a:ext cx="54864" cy="11545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7638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This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047265"/>
            <a:ext cx="10616184" cy="6699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manager change needs review this week [S1]. Why it matters: It is the only item that requires analyst action. Uncertainty: Filings published after the digest date are not included. What would change the view: A new filing or alert before the next digest.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8361"/>
            <a:ext cx="10908792" cy="10949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918361"/>
            <a:ext cx="54864" cy="10949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02808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311553"/>
            <a:ext cx="10616184" cy="6102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new alerts were raised this week [S2]. Why it matters: Monitoring found no new risk events across the roster. Uncertainty: Alerts depend on filing publication dates. What would change the view: A late-published filing that triggers an alert.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3004"/>
            <a:ext cx="10908792" cy="10949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123004"/>
            <a:ext cx="54864" cy="10949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23273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Reviews due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516196"/>
            <a:ext cx="10616184" cy="6102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reviews fall due in the next 30 days [S3]. Why it matters: There is no scheduled diligence pressure this month. Uncertainty: Review dates come from the roster schedule. What would change the view: A schedule change or an event-driven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FILING CHANGE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1151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5756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565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post-dates the last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2026-10-01 snapshot followed the governed 2026-09-29 review date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61229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ADVISORS — CHANGE SINCE LAST REVIEW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35549"/>
          <a:ext cx="5239512" cy="3082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dated 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Rule triggered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change-since-review-adv_snapshot (medium): occurred after last review 2026-09-29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adv_history:2026-10-01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on this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alerts; 912 registered-adviser events classified across the market, none for monitored CRDs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Red-flag concerns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(manager ADV: no qualifying red flags)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event timeline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firm and fund event publication is not ready; absence is not evidence of no events [S5].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is medium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unavailable event-coverage item supports the sample medium finding [S3]. Why it matters: It focuses review on the principal monitoring gap. Uncertainty: The public sample omits some…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2026-09-29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Last review 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fund and parent firm [S1].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4091939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392734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2027-09-29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92734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Next review 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92524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Both roster subjects remain current [S1].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357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785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Last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due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85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Global Macro Fund II, Ltd.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85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(parent firm)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135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capacity: 1 of 3 fund slots used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93960"/>
            <a:ext cx="10908792" cy="22239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993960"/>
            <a:ext cx="54864" cy="2223959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1036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reviews are imminent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387152"/>
            <a:ext cx="10616184" cy="17393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Both roster subjects are current through 2027-09-29 [S1]. Why it matters: Neither review is due within 30 days. Uncertainty: The calendar relies only on recorded roster dates…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EACH SOURCE COVERED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freshness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98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subjects, all evaluated; as of 2026-10-04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runs for 2026-10-01 completed on 2026-10-04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Current: 3 days old, expected report date 2026-10-01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open findings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feed not yet published, so no events here does not mean none occurred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watchlist items selected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53985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Window: 2026-09-28 to 2026-10-04. Severity: high = tier-1 alert, new red flag, overdue high finding or overdue review; medium = material change since review, tier-2 alert, open medium finding, review due within 30 days; low = everything else.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 and not verified by the SEC. This digest is a monitoring aid, not investment, legal or compliance advice.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975462"/>
          <a:ext cx="10908792" cy="30412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44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44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Roster and 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get_diligence_roster_funds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4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queue, changes since review, red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4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and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4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4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47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 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get_research_watchlist_changes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S4 check: the findings list came back empty without a stated reason, although the response reports no open findings. 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309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event_date_from=2026-09-28; event_date_to=2026-10-04; 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Monitoring Digest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