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 / 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One unavailable event-coverage item supports the sample medium finding [S3]. Why it matters: It focuses review on the principal monitoring gap. Uncertainty: The public sample omits some corroborating event detail. What would change the view: Refreshed governed event records resolving the unavailable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Neither review is due within 30 days. Uncertainty: The calendar relies only on recorded roster dates. What would change the view: A new finding or event record triggering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Manager monitoring digest · week of 2026-09-28 to 2026-10-04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0315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831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manager change to review this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13415"/>
            <a:ext cx="10908792" cy="16544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613415"/>
            <a:ext cx="54864" cy="16544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72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06607"/>
            <a:ext cx="10616184" cy="1169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item needs attention: Ridgeview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run 2026-10-01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ADV snapshot [S2]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open findings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 ≤30D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due 2027-09-29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ALERTS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20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100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005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— review new ADV filing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 Form ADV snapshot dated 2026-10-01 was filed after the 2026-09-29 review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2730035"/>
            <a:ext cx="10908792" cy="1089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730035"/>
            <a:ext cx="54864" cy="10894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8397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This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123227"/>
            <a:ext cx="10616184" cy="6048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manager change needs review this week [S1]. Why it matters: It is the only item that requires analyst action. Uncertainty: Filings published after the digest date are not included. What would change the view: A new filing or alert before the next digest.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29239"/>
            <a:ext cx="10908792" cy="1089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929239"/>
            <a:ext cx="54864" cy="10894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389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322431"/>
            <a:ext cx="10616184" cy="6048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new alerts were raised this week [S2]. Why it matters: Monitoring found no new risk events across the roster. Uncertainty: Alerts depend on filing publication dates. What would change the view: A late-published filing that triggers an alert.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8443"/>
            <a:ext cx="10908792" cy="1089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128443"/>
            <a:ext cx="54864" cy="10894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2381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Reviews due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521635"/>
            <a:ext cx="10616184" cy="6048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reviews fall due in the next 30 days [S3]. Why it matters: There is no scheduled diligence pressure this month. Uncertainty: Review dates come from the roster schedule. What would change the view: A schedule change or an event-driven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FILING CHANGE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1151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756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56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post-dates the last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2026-10-01 snapshot followed the governed 2026-09-29 review date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61229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ADVISORS — CHANGE SINCE LAST REVIEW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35549"/>
          <a:ext cx="5239512" cy="3082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event timeline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firm and fund event publication is not ready; absence is not evidence of no events [S5].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is 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unavailable event-coverage item supports the sample medium finding [S3]. Why it matters: It focuses review on the principal monitoring gap. Uncertainty: The public sample omits some…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2026-09-29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Last review 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fund and parent firm [S1].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2027-09-29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Next review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Both roster subjects remain current [S1].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527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8424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424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424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715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capacity: 1 of 3 fund slots used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reviews are imminent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Both roster subjects are current through 2027-09-29 [S1]. Why it matters: Neither review is due within 30 days. Uncertainty: The calendar relies only on recorded roster dates…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freshness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subjects, all evaluated;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runs for 2026-10-01 completed on 2026-10-04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feed not yet published, so no events here does not mean none occurred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0661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 and not verified by the SEC. This digest is a monitoring aid, not investment, legal or compliance advice.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01753"/>
          <a:ext cx="10908792" cy="3514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0214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21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1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1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1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1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1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S4 check: the findings list came back empty without a stated reason, although the response reports no open findings. 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309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event_date_from=2026-09-28; event_date_to=2026-10-04; 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Monitoring Digest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