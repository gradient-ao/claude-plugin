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INVESTMENT DUE DILIGENCE</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Northstar Manager Robustness (TEST)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Governed return evidence</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MODE</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Robustness</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SCOPE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Fictional TEST managers</a:t>
            </a:r>
          </a:p>
        </p:txBody>
      </p:sp>
      <p:sp>
        <p:nvSpPr>
          <p:cNvPr id="13" name="Rectangle 12"/>
          <p:cNvSpPr/>
          <p:nvPr/>
        </p:nvSpPr>
        <p:spPr>
          <a:xfrm>
            <a:off x="685800" y="5833872"/>
            <a:ext cx="3063240" cy="384048"/>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Insufficient governed evidence</a:t>
            </a:r>
          </a:p>
        </p:txBody>
      </p:sp>
      <p:sp>
        <p:nvSpPr>
          <p:cNvPr id="15" name="TextBox 14"/>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EVIDENCE COMPLETENESS</a:t>
            </a:r>
          </a:p>
        </p:txBody>
      </p:sp>
      <p:sp>
        <p:nvSpPr>
          <p:cNvPr id="16" name="TextBox 15"/>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 of 4 · Partial</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1" name="TextBox 10"/>
          <p:cNvSpPr txBox="1"/>
          <p:nvPr/>
        </p:nvSpPr>
        <p:spPr>
          <a:xfrm>
            <a:off x="804671" y="1719072"/>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Coverage is incomplete [S1]. Why it matters: Comparison is constrained. Uncertainty: Missing reads may change results. What would change the view: Governed comparison evidence.</a:t>
            </a:r>
          </a:p>
        </p:txBody>
      </p:sp>
      <p:sp>
        <p:nvSpPr>
          <p:cNvPr id="12" name="Rectangle 11"/>
          <p:cNvSpPr/>
          <p:nvPr/>
        </p:nvSpPr>
        <p:spPr>
          <a:xfrm>
            <a:off x="640080" y="2993136"/>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993136"/>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1028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5" name="TextBox 14"/>
          <p:cNvSpPr txBox="1"/>
          <p:nvPr/>
        </p:nvSpPr>
        <p:spPr>
          <a:xfrm>
            <a:off x="804671" y="3386328"/>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matching is advisory [S1]. Why it matters: Relative evidence is bounded. Uncertainty: Mandate fit is unconfirmed. What would change the view: Canonical matches.</a:t>
            </a:r>
          </a:p>
        </p:txBody>
      </p:sp>
      <p:sp>
        <p:nvSpPr>
          <p:cNvPr id="16" name="Rectangle 15"/>
          <p:cNvSpPr/>
          <p:nvPr/>
        </p:nvSpPr>
        <p:spPr>
          <a:xfrm>
            <a:off x="640080" y="4660392"/>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660392"/>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77012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19" name="TextBox 18"/>
          <p:cNvSpPr txBox="1"/>
          <p:nvPr/>
        </p:nvSpPr>
        <p:spPr>
          <a:xfrm>
            <a:off x="804671" y="5053584"/>
            <a:ext cx="10616184" cy="10728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is unavailable [S1]. Why it matters: Persistence is unknown. Uncertainty: Window sensitivity is untested. What would change the view: Governed robustness results.</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TEST CANDIDATES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tested windows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Window sensitivity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comparison result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Rolling evidence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relative-return result missing [S1].</a:t>
            </a:r>
          </a:p>
        </p:txBody>
      </p:sp>
      <p:sp>
        <p:nvSpPr>
          <p:cNvPr id="12" name="Rectangle 11"/>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5" name="TextBox 14"/>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Regime evidence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Rectangle 7"/>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1" name="TextBox 10"/>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robustness and correlation results missing [S1].</a:t>
            </a:r>
          </a:p>
        </p:txBody>
      </p:sp>
      <p:sp>
        <p:nvSpPr>
          <p:cNvPr id="12" name="Rectangle 11"/>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5" name="TextBox 14"/>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What changes the view</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1169662"/>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584831">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584831">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9" name="Rectangle 8"/>
          <p:cNvSpPr/>
          <p:nvPr/>
        </p:nvSpPr>
        <p:spPr>
          <a:xfrm>
            <a:off x="640080" y="2605270"/>
            <a:ext cx="10908792" cy="163267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2605270"/>
            <a:ext cx="54864" cy="163267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271499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2" name="TextBox 11"/>
          <p:cNvSpPr txBox="1"/>
          <p:nvPr/>
        </p:nvSpPr>
        <p:spPr>
          <a:xfrm>
            <a:off x="804671" y="2998462"/>
            <a:ext cx="10616184" cy="114804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3" name="Rectangle 12"/>
          <p:cNvSpPr/>
          <p:nvPr/>
        </p:nvSpPr>
        <p:spPr>
          <a:xfrm>
            <a:off x="640080" y="4347673"/>
            <a:ext cx="10908792" cy="187024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4347673"/>
            <a:ext cx="54864" cy="187024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44574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16" name="TextBox 15"/>
          <p:cNvSpPr txBox="1"/>
          <p:nvPr/>
        </p:nvSpPr>
        <p:spPr>
          <a:xfrm>
            <a:off x="804671" y="4740865"/>
            <a:ext cx="10616184" cy="138561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FICTIONAL TEST EVIDENCE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2025-12-31</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Robustness (TEST)</dc:title>
  <dc:subject>Manager Performance</dc:subject>
  <dc:creator>GradientCIO</dc:creator>
  <cp:keywords>Gradient report theme 2.2.0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