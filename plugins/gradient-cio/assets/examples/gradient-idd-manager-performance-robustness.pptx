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Comparative metrics are unavailable [S1]. Why it matters: No ranking is supportable. Uncertainty: Missing evidence may differ by manager. What would change the view: A governed comparison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evidence missing</a:t>
            </a:r>
          </a:p>
          <a:p>
            <a: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Robustness unavailable</a:t>
            </a:r>
          </a:p>
          <a:p>
            <a: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Manager Robustness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Performance consistency across market environments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Robustness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Governed return series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Insufficient governed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 of 4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DOES NOT SUPPORT A COMPARATIVE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Coverage is incomplete [S1]. Why it matters: Comparison is constrained. Uncertainty: Missing reads may change results. What would change the view: Governed comparison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 matching is advisory [S1]. Why it matters: Relative evidence is bounded. Uncertainty: Mandate fit is unconfirmed. What would change the view: Canonical matches.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is unavailable [S1]. Why it matters: Persistence is unknown. Uncertainty: Window sensitivity is untested. What would change the view: Governed robustness results.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IDENTITY REMAINS ADVISORY FOR THE REVIEWED CANDIDATES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tested windows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460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6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match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RISK AND RETURN COMPARISON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Window sensitivity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comparison result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Comparative metrics are unavailable [S1]. Why it matters: No ranking is supportable. Uncertainty: Missing evidence may differ by manager. What would change the view: A governed comparison…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RELATIVE AND CAPTURE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Rolling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relative-return result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evidence missing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Regime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robustness and correlation results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Robustness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GOVERNED EVIDENCE REQUEST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What changes the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Return canonical benchmark and comparison evidence.</a:t>
            </a:r>
            <a:br/>
            <a:r>
              <a:rPr>
                <a:latin typeface="Inter"/>
              </a:rPr>
              <a:t>      Required to assess manager-relative performance [S1].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SAMPLE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7982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39912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91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Typed unavailable test response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142411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35019"/>
            <a:ext cx="10908792" cy="103964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2435019"/>
            <a:ext cx="54864" cy="103964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254474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evidence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2828211"/>
            <a:ext cx="10616184" cy="55501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preserves the returned subject identity, benchmark mapping, observation window, units, methods, coverage status and request provenance [S1]. Missing performance, correlation, capture, simulation or regime fields remain unavailable. No local statistics, substitutions, rankings or neutral defaults are introduced.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84397"/>
            <a:ext cx="10908792" cy="12618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3584397"/>
            <a:ext cx="54864" cy="126189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369412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Decision-use 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3977589"/>
            <a:ext cx="10616184" cy="7772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Typed unavailability limits the conclusion and drives the insufficient signal where most required slots are absent [S1]. The evidence supports follow-up collection only; operational diligence and committee decisions remain separate handoffs with their own governed evidence and validation contracts. Every unresolved field remains reader-visible in the delivered report.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956022"/>
            <a:ext cx="10908792" cy="12618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40080" y="4956022"/>
            <a:ext cx="54864" cy="126189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4671" y="506575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Metric and digest interpretation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" y="5349214"/>
            <a:ext cx="10616184" cy="7772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claims use returned realized metrics with their exact periods; path-distribution statistics stay labelled simulated [S1]. Each source row records the response digest, or for a failed call the typed no-payload sentinel with its error code and request ID, so a reviewer can reproduce the evidence boundary. Advisory benchmark selections stay labelled advisory.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Manager Robustness Review</dc:title>
  <dc:subject>Manager Performance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