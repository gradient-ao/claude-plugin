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Comparison unavailable</a:t>
            </a:r>
          </a:p>
          <a:p>
            <a:r>
              <a:t>Observation: Comparative metrics are unavailable [S1]. Why it matters: No ranking is supportable. Uncertainty: Missing evidence may differ by manager. What would change the view: A governed comparison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evidence missing</a:t>
            </a:r>
          </a:p>
          <a:p>
            <a: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Robustness unavailable</a:t>
            </a:r>
          </a:p>
          <a:p>
            <a: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Manager Robustness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Performance consistency across market environments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Investment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AS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DOES NOT SUPPORT A COMPARATIVE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Only one of four robustness inputs is available [S1]. Why it matters: Persistence cannot be judged from one input. Uncertainty: Missing windows may change the result. What would change the view: A complete monthly return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3136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993136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1028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86328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benchmark match is suggested, not confirmed [S1]. Why it matters: Excess return depends on the right benchmark. Uncertainty: Mandate fit is unconfirmed. What would change the view: A confirmed benchmark mapping.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0392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660392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7701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053584"/>
            <a:ext cx="10616184" cy="1072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Rolling-window results are not available [S1]. Why it matters: Without them, skill and luck cannot be separated. Uncertainty: The result may depend on the start date. What would change the view: A date-window robustness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BENCHMARK IDENTITY REMAINS ADVISORY FOR THE REVIEWED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and tested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4460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4460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match unavailable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RISK AND RETURN COMPARISON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Window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140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14026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655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comparison result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75876"/>
            <a:ext cx="10908792" cy="2642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575876"/>
            <a:ext cx="54864" cy="264204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68560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69068"/>
            <a:ext cx="10616184" cy="215741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Comparative metrics are unavailable [S1]. Why it matters: No ranking is supportable. Uncertainty: Missing evidence may differ by manager. What would change the view: A governed comparison…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RELATIVE AND CAPTURE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Rolling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140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14026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655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Relative-return result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75876"/>
            <a:ext cx="10908792" cy="2642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575876"/>
            <a:ext cx="54864" cy="264204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68560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evidence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69068"/>
            <a:ext cx="10616184" cy="215741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PERSISTENCE AND CORRELATION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Regime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140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14026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655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robustness and correlation results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75876"/>
            <a:ext cx="10908792" cy="2642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575876"/>
            <a:ext cx="54864" cy="264204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68560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Robustness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69068"/>
            <a:ext cx="10616184" cy="215741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GOVERNED EVIDENCE REQUEST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What changes the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Return canonical benchmark and comparison evidence.</a:t>
            </a:r>
            <a:br/>
            <a:r>
              <a:rPr>
                <a:latin typeface="Inter"/>
              </a:rPr>
              <a:t>      Required to assess manager-relative performance [S1].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SAMPLE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598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9947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947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Typed unavailable test response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194312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3573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510052"/>
          <a:ext cx="109087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18288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2852977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Each digest is the SHA-256 fingerprint of the exact data the report used.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45585"/>
            <a:ext cx="10908792" cy="83233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145585"/>
            <a:ext cx="54864" cy="83233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25531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evidence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38777"/>
            <a:ext cx="10616184" cy="34770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preserves the returned subject identity, benchmark mapping, observation window, units, methods, coverage status and request provenance [S1]. Missing performance, correlation, capture, simulation or regime fields remain unavailable. No local statistics, substitutions, rankings or neutral defaults are introduced.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652"/>
            <a:ext cx="10908792" cy="101026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4087652"/>
            <a:ext cx="54864" cy="101026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41973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Decision-use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480844"/>
            <a:ext cx="10616184" cy="52563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Typed unavailability limits the conclusion and drives the insufficient signal where most required slots are absent [S1]. The evidence supports follow-up collection only; operational diligence and committee decisions remain separate handoffs with their own governed evidence and validation contracts. Every unresolved field remains reader-visible in the delivered report.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07650"/>
            <a:ext cx="10908792" cy="101026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40080" y="5207650"/>
            <a:ext cx="54864" cy="101026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04671" y="531737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Metric and digest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600842"/>
            <a:ext cx="10616184" cy="52563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claims use returned realized metrics with their exact periods; path-distribution statistics stay labelled simulated [S1]. Each source row records the response digest, or for a failed call the typed no-payload sentinel with its error code and request ID, so a reviewer can reproduce the evidence boundary. Advisory benchmark selections stay labelled advisory.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Manager Robustness Review</dc:title>
  <dc:subject>Manager Performance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