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Robustness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Governed return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Robustness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managers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TEST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tested windows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Window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Rolling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Regime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What changes the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FICTIONAL TEST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169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48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8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Robustness (TEST)</dc:title>
  <dc:subject>Manager Performance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