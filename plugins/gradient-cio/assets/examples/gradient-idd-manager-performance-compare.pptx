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Comparison unavailable</a:t>
            </a:r>
          </a:p>
          <a:p>
            <a:r>
              <a:t>Observation: Comparative metrics are unavailable [S1]. Why it matters: No ranking is supportable. Uncertainty: Missing evidence may differ by manager. What would change the view: A governed comparison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evidence missing</a:t>
            </a:r>
          </a:p>
          <a:p>
            <a:r>
              <a:t>Observation: Relative evidence is unavailable [S1]. Why it matters: Benchmark-relative behavior is unknown. Uncertainty: Capture may vary by window. What would change the view: A governed relative-return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Robustness unavailable</a:t>
            </a:r>
          </a:p>
          <a:p>
            <a:r>
              <a:t>Observation: Robustness evidence is unavailable [S1]. Why it matters: Persistence cannot be assessed. Uncertainty: Results may depend on dates. What would change the view: Governed window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DUE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Manager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Comparative performance and benchmark assessment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Manager 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PREPARED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AS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DOES NOT SUPPORT A COMPARATIVE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Only one of four comparison inputs is available [S1]. Why it matters: Managers cannot be ranked on one input. Uncertainty: Missing return series may change the order. What would change the view: Return series for every candidate.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93136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2993136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1028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Benchmarks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386328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Benchmark matches are suggested, not confirmed [S1]. Why it matters: Relative results depend on the right benchmark. Uncertainty: Mandate fit is unconfirmed. What would change the view: Confirmed benchmark mappings.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60392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660392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77012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Reliability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053584"/>
            <a:ext cx="10616184" cy="1072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Robustness across date windows was not tested [S1]. Why it matters: A single window can flatter one manager. Uncertainty: Results may depend on the start date. What would change the view: A date-window robustness run.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BENCHMARK IDENTITY REMAINS ADVISORY FOR THE REVIEWED CANDIDATES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Data and benchmark 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24460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4460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mapping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match unavailable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RISK AND RETURN COMPARISON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 and return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140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14026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655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comparison result missing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75876"/>
            <a:ext cx="10908792" cy="2642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575876"/>
            <a:ext cx="54864" cy="264204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6856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Comparison unavailable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969068"/>
            <a:ext cx="10616184" cy="21574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Comparative metrics are unavailable [S1]. Why it matters: No ranking is supportable. Uncertainty: Missing evidence may differ by manager. What would change the view: A governed comparison…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RELATIVE AND CAPTURE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Relative performance and capture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140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14026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655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Relative-return result missing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75876"/>
            <a:ext cx="10908792" cy="2642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575876"/>
            <a:ext cx="54864" cy="264204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6856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evidence missing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969068"/>
            <a:ext cx="10616184" cy="21574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Relative evidence is unavailable [S1]. Why it matters: Benchmark-relative behavior is unknown. Uncertainty: Capture may vary by window. What would change the view: A governed relative-return result.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PERSISTENCE AND CORRELATION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Correlation and robustness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140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14026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655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robustness and correlation results missing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75876"/>
            <a:ext cx="10908792" cy="2642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575876"/>
            <a:ext cx="54864" cy="264204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6856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Robustness unavailable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969068"/>
            <a:ext cx="10616184" cy="21574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Robustness evidence is unavailable [S1]. Why it matters: Persistence cannot be assessed. Uncertainty: Results may depend on dates. What would change the view: Governed window tests.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GOVERNED EVIDENCE REQUEST REMAINS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Follow-ups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Return canonical benchmark and comparison evidence.</a:t>
            </a:r>
            <a:br/>
            <a:r>
              <a:rPr>
                <a:latin typeface="Inter"/>
              </a:rPr>
              <a:t>      Required to assess manager-relative performance [S1].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ILLUSTRATIVE SAMPLE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598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29947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9947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Typed unavailable test response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1943124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35732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2510052"/>
          <a:ext cx="1090879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18288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2852977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Each digest is the SHA-256 fingerprint of the exact data the report used.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145585"/>
            <a:ext cx="10908792" cy="83233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145585"/>
            <a:ext cx="54864" cy="83233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25531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evidence boundary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538777"/>
            <a:ext cx="10616184" cy="34770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report preserves the returned subject identity, benchmark mapping, observation window, units, methods, coverage status and request provenance [S1]. Missing performance, correlation, capture, simulation or regime fields remain unavailable. No local statistics, substitutions, rankings or neutral defaults are introduced.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087652"/>
            <a:ext cx="10908792" cy="101026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087652"/>
            <a:ext cx="54864" cy="101026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419738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Decision-use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4480844"/>
            <a:ext cx="10616184" cy="52563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Typed unavailability limits the conclusion and drives the insufficient signal where most required slots are absent [S1]. The evidence supports follow-up collection only; operational diligence and committee decisions remain separate handoffs with their own governed evidence and validation contracts. Every unresolved field remains reader-visible in the delivered report.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207650"/>
            <a:ext cx="10908792" cy="101026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Rectangle 21"/>
          <p:cNvSpPr/>
          <p:nvPr/>
        </p:nvSpPr>
        <p:spPr>
          <a:xfrm>
            <a:off x="640080" y="5207650"/>
            <a:ext cx="54864" cy="101026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804671" y="531737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Metric and digest interpretation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1" y="5600842"/>
            <a:ext cx="10616184" cy="52563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claims use returned realized metrics with their exact periods; path-distribution statistics stay labelled simulated [S1]. Each source row records the response digest, or for a failed call the typed no-payload sentinel with its error code and request ID, so a reviewer can reproduce the evidence boundary. Advisory benchmark selections stay labelled advisory.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Manager Comparison</dc:title>
  <dc:subject>Manager Performance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