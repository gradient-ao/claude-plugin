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Comparative metrics are unavailable [S1]. Why it matters: No ranking is supportable. Uncertainty: Missing evidence may differ by manager.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Comparison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Governed return 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TEST managers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Insufficient governed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 COMPLETENESS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 of 4 · 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Coverage is incomplete [S1]. Why it matters: Comparison is constrained. Uncertainty: Missing reads may change results. What would change the view: Governed comparison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993136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2993136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1028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386328"/>
            <a:ext cx="10616184" cy="107289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matching is advisory [S1]. Why it matters: Relative evidence is bounded. Uncertainty: Mandate fit is unconfirmed. What would change the view: Canonical matches.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60392"/>
            <a:ext cx="10908792" cy="155752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660392"/>
            <a:ext cx="54864" cy="1557527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77012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053584"/>
            <a:ext cx="10616184" cy="1072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is unavailable [S1]. Why it matters: Persistence is unknown. Uncertainty: Window sensitivity is untested. What would change the view: Governed robustness results.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IDENTITY REMAINS ADVISORY FOR THE TEST CANDIDATES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Canonical match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comparison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Comparative metrics are unavailable [S1]. Why it matters: No ranking is supportable. Uncertainty: Missing evidence may differ by manager. What would change the view: A governed comparison…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and capture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7403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7403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8940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relative-return result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09643"/>
            <a:ext cx="10908792" cy="240827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09643"/>
            <a:ext cx="54864" cy="240827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19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02835"/>
            <a:ext cx="10616184" cy="192364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Relative evidence is unavailable [S1]. Why it matters: Benchmark-relative behavior is unknown. Uncertainty: Capture may vary by window. What would change the view: A governed relative-return result.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Correlation and robustness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9115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90652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governed robustness and correlation results missing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26763"/>
            <a:ext cx="10908792" cy="23911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26763"/>
            <a:ext cx="54864" cy="23911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3649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19955"/>
            <a:ext cx="10616184" cy="19065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Robustness evidence is unavailable [S1]. Why it matters: Persistence cannot be assessed. Uncertainty: Results may depend on dates. What would change the view: Governed window tests.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GOVERNED EVIDENCE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Return canonical benchmark and comparison evidence.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FICTIONAL TEST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A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169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483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483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Typed unavailable test response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2605270"/>
            <a:ext cx="10908792" cy="16326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Rectangle 9"/>
          <p:cNvSpPr/>
          <p:nvPr/>
        </p:nvSpPr>
        <p:spPr>
          <a:xfrm>
            <a:off x="640080" y="2605270"/>
            <a:ext cx="54864" cy="163267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1" y="271499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evidence boundary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1" y="2998462"/>
            <a:ext cx="10616184" cy="11480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preserves the returned subject identity, benchmark mapping, observation window, units, methods, coverage status and request provenance [S1]. Missing performance, correlation, capture, simulation or regime fields remain unavailable. No local statistics, substitutions, rankings or neutral defaults are introduced.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47673"/>
            <a:ext cx="10908792" cy="187024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347673"/>
            <a:ext cx="54864" cy="187024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445740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Decision-use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4740865"/>
            <a:ext cx="10616184" cy="138561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Typed unavailability limits the conclusion and drives the insufficient signal where most required slots are absent [S1]. The evidence supports follow-up collection only; operational diligence and committee decisions remain separate handoffs with their own governed evidence and validation contracts. Every unresolved field remains reader-visible in the delivered report.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prepared for internal investment use · Data as of 2025-12-31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Comparison (TEST)</dc:title>
  <dc:subject>Manager Performance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