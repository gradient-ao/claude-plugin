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Contradicted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Firm</c:v>
                </c:pt>
                <c:pt idx="1">
                  <c:v>Fund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</c:v>
                </c:pt>
                <c:pt idx="1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Needs review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Firm</c:v>
                </c:pt>
                <c:pt idx="1">
                  <c:v>Fund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</c:v>
                </c:pt>
                <c:pt idx="1">
                  <c:v>3.0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Consistent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Firm</c:v>
                </c:pt>
                <c:pt idx="1">
                  <c:v>Fund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6.0</c:v>
                </c:pt>
                <c:pt idx="1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checkable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Firm</c:v>
                </c:pt>
                <c:pt idx="1">
                  <c:v>Fund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Provider identity conflict</a:t>
            </a:r>
          </a:p>
          <a:p>
            <a:r>
              <a:t>Observation: The administrator names conflict, while three provider lists are partial [S2]. Why it matters: Current service-provider responsibility cannot be assigned confidently. Uncertainty: Canonical catalog coverage for the fund is unavailable. What would change the view: Dated provider records reconciling the DDQ and Schedule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Scale claims diverge</a:t>
            </a:r>
          </a:p>
          <a:p>
            <a:r>
              <a:t>Observation: Two of five scale claims are contradicted: employees and private funds [S1]. Why it matters: Both discrepancies affect the operating-profile baseline used for diligence. Uncertainty: Filing timing may explain part of the difference. What would change the view: Dated records reconciling headcount and fund launches.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Canonical fund ID unavailable</a:t>
            </a:r>
          </a:p>
          <a:p>
            <a:r>
              <a:t>Observation: The fund resolves only to pfid:805-5927286713, so its rows are analyst comparisons [S2]. Why it matters: Those comparisons are not governed reconciliation verdicts. Uncertainty: A canonical catalog fund ID remains unavailable. What would change the view: Catalog resolution followed by governed reconciliation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DDQ RECONCILIATION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Ridgeview Example Advisors, LP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Synthetic test DDQ · Global Macro Fund III, Ltd. · CRD 999901 · Example City, 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ADVISER CRD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999901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DDQ AS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FORM ADV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ADV FILING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2026-08-18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PREPARED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REPORT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 discrepancies found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FIELDS ASSESSED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 of 21 · Partial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FIXTURE — synthetic DDQ, not a manager document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THE MANAGER TOLD US VS. WHAT IT FILED WITH THE SEC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239512" cy="28752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87525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4946904" cy="23906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Of 20 checkable DDQ answers, 13 are consistent with Form ADV and Schedule D, 4 are contradicted and 3 need review [S1][S2]. The most serious gap is the fund administrator: the DDQ names Example Fund Administration, while Schedule D lists Example Trust Company [S1][S2]. The DDQ also overstates headcount by 105 people and private funds by 3, and understates the fund minimum by $1.67M; these gaps are returned by the governed reconciliation [S1]. The source DDQ is preserved by digest [S3].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10863"/>
            <a:ext cx="1227582" cy="19070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310863"/>
            <a:ext cx="122758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4438879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CONTRADICTED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694911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 firm · 2 fund [S1]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77389" y="4310863"/>
            <a:ext cx="1227582" cy="19070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1977389" y="4310863"/>
            <a:ext cx="122758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2087117" y="4438879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NEEDS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7117" y="4694911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7117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Partial provider lists [S2]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4700" y="4310863"/>
            <a:ext cx="1227582" cy="19070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3314700" y="4310863"/>
            <a:ext cx="122758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3424428" y="4438879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CONSISTENT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4428" y="4694911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4428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6 governed · 7 analyst [S3]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52009" y="4310863"/>
            <a:ext cx="1227582" cy="19070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4652009" y="4310863"/>
            <a:ext cx="122758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4761738" y="4438879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CHECKABLE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61738" y="4694911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1738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Of transcribed fields [S3]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Rectangle 32"/>
          <p:cNvSpPr/>
          <p:nvPr/>
        </p:nvSpPr>
        <p:spPr>
          <a:xfrm>
            <a:off x="6309360" y="1325880"/>
            <a:ext cx="523951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Rectangle 33"/>
          <p:cNvSpPr/>
          <p:nvPr/>
        </p:nvSpPr>
        <p:spPr>
          <a:xfrm>
            <a:off x="630936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73952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Unsupported block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3952" y="1719072"/>
            <a:ext cx="494690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Block type 'two_col' is not available in PowerPoint.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FIXTURE — synthetic DDQ, not a manager document · Data as of 2026-10-01 (Form ADV); DDQ responses as of 2026-09-30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THE MANAGER TOLD US VS. WHAT IT FILED WITH THE SEC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66677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66677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18214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fictional TEST report carries a 4 discrepancies found signal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02381"/>
            <a:ext cx="10908792" cy="145140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102381"/>
            <a:ext cx="54864" cy="145140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21210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495573"/>
            <a:ext cx="10616184" cy="96677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Contradicted is 4 in the TEST evidence [S2]. Why it matters: This measure establishes the baseline for comparing later governed results. Uncertainty: The source basis may omit newer observations outside this fixture. What would change the view: A refreshed source report showing a change above 1%.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3513"/>
            <a:ext cx="10908792" cy="15544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663513"/>
            <a:ext cx="54864" cy="155440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7732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056705"/>
            <a:ext cx="10616184" cy="10697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Not checkable is 0 in the TEST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FIXTURE — synthetic DDQ, not a manager document · Data as of 2026-10-01 (Form ADV); DDQ responses as of 2026-09-30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RANKED BY SEVERITY; EACH QUESTION QUOTES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Discrepancies and follow-ups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VERDICT MIX BY CLAIM DOMAIN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FIXTURE — synthetic DDQ, not a manager document · Data as of 2026-10-01 (Form ADV); DDQ responses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RANKED BY SEVERITY; EACH QUESTION QUOTES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Discrepancies and follow-ups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3439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732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32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HIGH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 does not match Schedule 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2.6: Example Fund Administration (Ireland) Limited. Schedule D 7.B.1 (report 2026-10-01): Example Trust Company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32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fund count overstated by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1.5: 41 private funds. Form ADV Item 7.B: 38 [S1]. Possible undisclosed or newly launched vehicles.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32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Headcount overstated by 105 (+9.3%)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1.3: 1,240. Form ADV Item 5.A: 1,135, filed 2026-08-18; governed gap +105 (+9.3%) [S1]. Could partly reflect hiring since the filing.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32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Minimum investment understated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2.3: $5,000,000. Schedule D: $6,668,500; governed gap −$1.67M (−25.0%) [S1][S2].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32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Service-provider lists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Prime brokers 2 of 4; custodians 1 of 12; auditor PCAOB IDs 1 of 2 (1323 and 185)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875024"/>
            <a:ext cx="10908792" cy="13428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875024"/>
            <a:ext cx="54864" cy="134289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98475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Provider identity conflict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5268216"/>
            <a:ext cx="10616184" cy="8582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administrator names conflict, while three provider lists are partial [S2]. Why it matters: Current service-provider responsibility cannot be assigned confidently. Uncertainty: Canonical catalog coverage for the…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FIXTURE — synthetic DDQ, not a manager document · Data as of 2026-10-01 (Form ADV); DDQ responses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RANKED BY SEVERITY; EACH QUESTION QUOTES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Discrepancies and follow-ups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Your DDQ names Example Fund Administration (Ireland) as administrator; Schedule D (report 2026-10-01) lists Example Trust Company. Who is the current administrator, and when did any change take effect?</a:t>
            </a:r>
            <a:br/>
            <a:r>
              <a:rPr>
                <a:latin typeface="Inter"/>
              </a:rPr>
              <a:t>      Contradicted, high severity [S2]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Please list the 41 private funds referenced in DDQ 1.5 and identify the 3 not reported in your most recent Form ADV.</a:t>
            </a:r>
            <a:br/>
            <a:r>
              <a:rPr>
                <a:latin typeface="Inter"/>
              </a:rPr>
              <a:t>      Item 7.B reports 38 [S1]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  Please reconcile the 1,240 headcount in DDQ 1.3 with the 1,135 employees in Item 5.A of your 2026-08-18 filing.</a:t>
            </a:r>
            <a:br/>
            <a:r>
              <a:rPr>
                <a:latin typeface="Inter"/>
              </a:rPr>
              <a:t>      Governed gap of 105 [S1]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  Confirm the minimum initial investment for Global Macro Fund III; Schedule D reports $6,668,500.</a:t>
            </a:r>
            <a:br/>
            <a:r>
              <a:rPr>
                <a:latin typeface="Inter"/>
              </a:rPr>
              <a:t>      DDQ states $5,000,000 [S2]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  Please provide the full list of prime brokers and custodians, and confirm which Example Audit entity (PCAOB 9991 or 9992) signs the audit opinion.</a:t>
            </a:r>
            <a:br/>
            <a:r>
              <a:rPr>
                <a:latin typeface="Inter"/>
              </a:rPr>
              <a:t>      DDQ lists subsets [S2]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FIXTURE — synthetic DDQ, not a manager document · Data as of 2026-10-01 (Form ADV); DDQ responses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VERDICTS AGAINST 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reconciliation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FIRM CLAIM DOMAINS BY VERDICT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115443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Consistent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Contradicted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Needs review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checkable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Scale and assets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D6F57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5F6B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Discipline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D6F57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FIXTURE — synthetic DDQ, not a manager document · Data as of 2026-10-01 (Form ADV); DDQ responses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VERDICTS AGAINST 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reconciliation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Scale claims diverge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of five scale claims are contradicted: employees and private funds [S1]. Why it matters: Both discrepancies affect the operating-profile baseline used for diligence. Uncertainty: Filing timing…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FIXTURE — synthetic DDQ, not a manager document · Data as of 2026-10-01 (Form ADV); DDQ responses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VERDICTS AGAINST 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reconciliation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12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says (quote, line)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Verdict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Regulatory AUM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$12.4B — “…regulatory assets under management of $12.4 billion…” (L16)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 (Item 5.F)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Discretionary AUM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$12.4B — “…managed on a discretionary basis: $12.4 billion.” (L19)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Employees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1,240 — “The firm employs 1,240 people…” (L22)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1,135 (Item 5.A)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+105 (+9.3%)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Client accounts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133 — “The firm advises 133 client accounts.” (L25)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133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match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 — “The firm advises 41 private funds.” (L28)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38 (Item 7.B)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+3 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 amount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$127.2B — “…custody total approximately $127.2 billion.” (L31)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$127.22B (Item 9)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Disciplinary count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 — “Disciplinary disclosure count: 0.” (L34)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 (Item 11)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match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Disciplinary flag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— “The firm has no disciplinary disclosures…” (L34)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match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Verdicts and tolerances are Gradient's governed comparator (ddq-reconciliation-comparator-v1). DDQ values are the manager's assertions; Form ADV is adviser-reported, not SEC-verified.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FIXTURE — synthetic DDQ, not a manager document · Data as of 2026-10-01 (Form ADV); DDQ responses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ANALYST COMPARISON AGAINST SCHEDULE D 7.B.1 (PFID 805-5927286713)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 reconciliation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FUND-BY-DOMAIN VERDICT MIX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230886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Consistent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Contradicted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Needs review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checkable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Macro Fund III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8F6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1F6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FIXTURE — synthetic DDQ, not a manager document · Data as of 2026-10-01 (Form ADV); DDQ responses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ANALYST COMPARISON AGAINST SCHEDULE D 7.B.1 (PFID 805-5927286713)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 reconciliation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Canonical fund ID unavailable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fund resolves only to pfid:805-5927286713, so its rows are analyst comparisons [S2]. Why it matters: Those comparisons are not governed reconciliation verdicts. Uncertainty: A canonical catalog…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FIXTURE — synthetic DDQ, not a manager document · Data as of 2026-10-01 (Form ADV); DDQ responses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ANALYST COMPARISON AGAINST SCHEDULE D 7.B.1 (PFID 805-5927286713)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 reconciliation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GLOBAL MACRO FUND III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55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says (line)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Filed (Schedule D)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Verdict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type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 Fund (L38)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Gross asset value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$1.11B (L40)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$1.105B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+0.4%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Minimum investment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$5,000,000 (L42)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$6,668,500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−$1.67M (−25.0%)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Beneficial owners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(L44)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Audit LLP (L46)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Audit LLP (two Example Audit entities)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Name match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 PCAOB ID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185 (L46)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1323 and 185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needs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names 1 of 2 audit firms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(L46)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Unqualified opinion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(L46)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Fund Administration (Ireland) Ltd (L48)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Trust Company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Different provider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 prepares statements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(L48)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Prime brokers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Securities LLC; Example Markets LLC (L50)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Prime Brokerage A; Example Prime Brokerage B; Example Securities LLC; Example Markets LLC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needs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of 4 named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Custodian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Trust Company (L52)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custodians incl. Example Trust Company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needs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of 12 named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FIXTURE — synthetic DDQ, not a manager document · Data as of 2026-10-01 (Form ADV); DDQ responses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FIRM EVIDENCE IS COMPLETE; FUND GOVERNANCE REMAINS PARTIAL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claims (8)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reconciliation, verdicts from Gradient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claims (12)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Analyst comparison against Schedule D; canonical fund ID unavailable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stated in the synthetic DDQ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Workpaper saved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run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run ID was returned; this TEST report is the record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523951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73952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Out of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719072"/>
            <a:ext cx="494690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out-of-scope evidence was identified in the fictional TEST DDQ [S3].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FIXTURE — synthetic DDQ, not a manager document · Data as of 2026-10-01 (Form ADV); DDQ responses as of 2026-09-30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15875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9689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689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reconciliation, 20 claims with governed numeric gaps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reconcile_manager_ddq_claims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7c89a13a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89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incl. Schedule D 7.B.1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run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091b0cf9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690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Synthetic DDQ file (sha256)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1b448613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29752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571845"/>
          <a:ext cx="10908792" cy="15875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9689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formula identity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689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Headcount gap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ddq-claim-filed-numeric-gap/v1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+9.3%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89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Gross asset value gap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ddq-claim-filed-numeric-gap/v1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69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Minimum investment gap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ddq-claim-filed-numeric-gap/v1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−25.0%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5269171"/>
            <a:ext cx="10908792" cy="9487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5269171"/>
            <a:ext cx="54864" cy="94874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537889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Method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662363"/>
            <a:ext cx="10616184" cy="4641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Numeric gaps and verdicts are reproduced from the saved reconciliation; no local verdict or filed value was synthesized [S1][S2].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FIXTURE — synthetic DDQ, not a manager document · Data as of 2026-10-01 (Form ADV); DDQ responses as of 2026-09-30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VERDICTS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881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720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Consistent / corroborated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match, legal-suffix match or within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0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Numeric or name mismatch beyond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0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Needs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 overlap, e.g. DDQ lists a subset of filed providers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0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Unverifiable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filed value to compare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591196"/>
            <a:ext cx="10908792" cy="162672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591196"/>
            <a:ext cx="54864" cy="162672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0092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Disclaimer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984388"/>
            <a:ext cx="10616184" cy="114209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TEST FIXTURE. The DDQ is synthetic and was written by Gradient for QA; it was not issued by Ridgeview Example Advisors. Filed values are Form ADV data reported by the adviser and normalized by Gradient; they are not SEC verification. Not investment advice.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TEST FIXTURE — synthetic DDQ, not a manager document · Data as of 2026-10-01 (Form ADV); DDQ responses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Ridgeview Example Advisors, LP (TEST)</dc:title>
  <dc:subject>DDQ Reconciliation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