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Ridgeview Example Advisors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The fictional TEST evidence supports the why this is medium finding [S3]. Why it matters: It focuses review on the principal evidence gap. Uncertainty: The compact fixture omits some corroborating detail. What would change the view: Updated governed evidence that contradicts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No review is due within 30 days. Uncertainty: The schedule depends on roster dates. What would change the view: A new finding or event that triggers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Gradient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Week of 2026-09-28 – 2026-10-04 · Diligence Roster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ROSTER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 of 3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NEW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CHANGES SINCE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OPEN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ADV DATA AS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Confidential — prepared for internal investment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8419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84192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3572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One item needs attention: Ridgeview Example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NEW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ADV run 2026-10-01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427753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CHANGES SINCE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New ADV snapshot [S2]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OPEN 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No open findings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REVIEWS DUE ≤30D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Next due 2027-09-29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NEEDS ATTENTION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623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19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19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 (firm)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Material change: Form ADV snapshot filed after last review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Review new ADV filing; consider ODD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24238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No new activity: Ridgeview Global Macro Fund II, Ltd. (fund) — no changes, alerts, findings or concerns since review on 2026-09-29 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34988"/>
            <a:ext cx="10908792" cy="11497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34988"/>
            <a:ext cx="54864" cy="11497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64471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28180"/>
            <a:ext cx="10616184" cy="6651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1 item to review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457"/>
            <a:ext cx="10908792" cy="11592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457"/>
            <a:ext cx="54864" cy="115924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390418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187649"/>
            <a:ext cx="10616184" cy="6746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New alerts is 0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063428"/>
            <a:ext cx="10908792" cy="115449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3428"/>
            <a:ext cx="54864" cy="115449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517315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456620"/>
            <a:ext cx="10616184" cy="6698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Reviews due ≤30d is 0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BEHIND EACH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Changes and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ALERTS BY MANAGER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BEHIND EACH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Changes and alerts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RIDGEVIEW EXAMPLE ADVISORS — CHANGE SINCE LAST REVIEW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30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740625"/>
            <a:ext cx="10908792" cy="14772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740625"/>
            <a:ext cx="54864" cy="147729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503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is medium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33817"/>
            <a:ext cx="10616184" cy="9926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evidence supports the why this is medium finding [S3]. Why it matters: It focuses review on the principal evidence gap. Uncertainty: The compact fixture…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Review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REVIEWS DUE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2026-09-29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Last review 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Ridgeview fund and parent firm [S1].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2027-09-29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Next review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Both roster subjects remain current [S1].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Review calendar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454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8183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183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183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9910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Roster capacity: 1 of 3 fund slots used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91709"/>
            <a:ext cx="10908792" cy="212621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91709"/>
            <a:ext cx="54864" cy="212621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20143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No reviews are imminent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84901"/>
            <a:ext cx="10616184" cy="164157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Both roster subjects are current through 2027-09-29 [S1]. Why it matters: No review is due within 30 days. Uncertainty: The schedule depends on roster dates. What would…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 and freshness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subjects, completeness complete;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Registered and exempt ADV runs for 2026-10-01 completed 2026-10-04; aligned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Event publication not ready — absence is not evidence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706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66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get_manager_diligence_attention_queue (3 views)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get_manager_monitor_evidence (alerts, coverage)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get_manager_diligence_findings (open)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and fund events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get_firm_fund_events (subject)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3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05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S4 validation: advisory 'empty primary list has no explicit reason' although the response states absence_reason no_open_findings.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163"/>
            <a:ext cx="10908792" cy="18747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Organization: Gradient (org_TEST000000000000000000000). Data scope: user-authorized live.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Form ADV is adviser-reported and not verified by the SEC. This digest is a monitoring aid,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</dc:title>
  <dc:subject>Monitoring Digest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