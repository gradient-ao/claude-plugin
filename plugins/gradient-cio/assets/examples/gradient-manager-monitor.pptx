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cat>
            <c:strRef>
              <c:f>Sheet1!$A$2:$A$2</c:f>
              <c:strCache>
                <c:ptCount val="1"/>
                <c:pt idx="0">
                  <c:v>Ridgeview Example Advisors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Why this is medium</a:t>
            </a:r>
          </a:p>
          <a:p>
            <a:r>
              <a:t>Observation: The fictional TEST evidence supports the why this is medium finding [S3]. Why it matters: It focuses review on the principal evidence gap. Uncertainty: The compact fixture omits some corroborating detail. What would change the view: Updated governed evidence that contradicts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No reviews are imminent</a:t>
            </a:r>
          </a:p>
          <a:p>
            <a:r>
              <a:t>Observation: Both roster subjects are current through 2027-09-29 [S1]. Why it matters: No review is due within 30 days. Uncertainty: The schedule depends on roster dates. What would change the view: A new finding or event that triggers an off-cycle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274320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t>MANAGER MONITORING DIGEST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t>Gradient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t>Week of 2026-09-28 – 2026-10-04 · Diligence Roster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ROSTER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1 of 3 slots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NEW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CHANGES SINCE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OPEN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ADV DATA AS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2026-10-01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Confidential — prepared for internal investment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WHAT NEEDS ATTENTION ACROSS THE DILIGENCE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This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84192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84192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Bottom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35729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One item needs attention: Ridgeview Example Advisors filed a new Form ADV snapshot dated 2026-10-01, two days after its last review on 2026-09-29 [S2]. The monitor processed that filing and raised no alerts in any category [S3], and there are no open findings [S4]. Review the new filing and decide whether an ODD refresh is needed; Global Macro Fund II has no new activity. The firm and fund event feed is not yet published, so absence of events is not evidence of none [S5].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7531"/>
            <a:ext cx="2644902" cy="194038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77531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405547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NEW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661579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ADV run 2026-10-01 [S3]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4710" y="4277531"/>
            <a:ext cx="2644902" cy="194038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94710" y="4277531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4438" y="4405547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CHANGES SINCE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4661579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New ADV snapshot [S2]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0" y="4277531"/>
            <a:ext cx="2644902" cy="194038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9340" y="4277531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4405547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OPEN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4661579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No open findings [S4]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3970" y="4277531"/>
            <a:ext cx="2644902" cy="194038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03970" y="4277531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3698" y="4405547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REVIEWS DUE ≤30D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4661579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Next due 2027-09-29 [S1]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Confidential — internal investment 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WHAT NEEDS ATTENTION ACROSS THE DILIGENCE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This week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NEEDS ATTENTION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623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1194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Subject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Reason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 date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119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Ridgeview Example Advisors (firm)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Material change: Form ADV snapshot filed after last review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Review new ADV filing; consider ODD refresh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24238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No new activity: Ridgeview Global Macro Fund II, Ltd. (fund) — no changes, alerts, findings or concerns since review on 2026-09-29 [S2].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4988"/>
            <a:ext cx="10908792" cy="11497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34988"/>
            <a:ext cx="54864" cy="11497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64471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headline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928180"/>
            <a:ext cx="10616184" cy="6651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fictional TEST report carries a 1 item to review signal [S1]. Why it matters: The signal frames the review. Uncertainty: Evidence coverage is bounded. What would change the view: New governed evidence that changes the signal.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457"/>
            <a:ext cx="10908792" cy="115924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94457"/>
            <a:ext cx="54864" cy="115924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90418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primary 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187649"/>
            <a:ext cx="10616184" cy="6746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New alerts is 0 in the TEST evidence [S2]. Why it matters: This measure anchors the executive view. Uncertainty: The fixture is deliberately compact. What would change the view: A refreshed source with a materially different value.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63428"/>
            <a:ext cx="10908792" cy="115449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063428"/>
            <a:ext cx="54864" cy="115449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517315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monitoring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5456620"/>
            <a:ext cx="10616184" cy="66985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Reviews due ≤30d is 0 in the TEST evidence [S3]. Why it matters: It identifies a monitoring priority. Uncertainty: Supporting detail is limited. What would change the view: Corroborated evidence that resolves or reverses the item.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Confidential — internal investment 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EVIDENCE BEHIND EACH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Changes and alerts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ALERTS BY MANAGER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Confidential — internal investment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EVIDENCE BEHIND EACH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Changes and alerts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RIDGEVIEW EXAMPLE ADVISORS — CHANGE SINCE LAST 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3030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5051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Form ADV snapshot dated 2026-10-01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51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Rule triggered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change-since-review-adv_snapshot (medium): occurred after last review 2026-09-29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051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Evidence 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adv_history:2026-10-01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51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Monitor alerts on this filing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 alerts; 912 registered-adviser events classified across the market, none for monitored CRDs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051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Red-flag concerns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None (manager ADV: no qualifying red flags)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511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None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740625"/>
            <a:ext cx="10908792" cy="147729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740625"/>
            <a:ext cx="54864" cy="147729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85035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Why this is 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133817"/>
            <a:ext cx="10616184" cy="99266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fictional TEST evidence supports the why this is medium finding [S3]. Why it matters: It focuses review on the principal evidence gap. Uncertainty: The compact fixture…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 · S3 · S4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Confidential — internal investment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LAST AND NEXT REVIEWS PER ROSTER SUBJECT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Review calendar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REVIEWS DUE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673352"/>
            <a:ext cx="22860" cy="4507992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4228" y="1837944"/>
            <a:ext cx="128016" cy="128016"/>
          </a:xfrm>
          <a:prstGeom prst="ellipse">
            <a:avLst/>
          </a:prstGeom>
          <a:solidFill>
            <a:srgbClr val="C6F4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73352"/>
            <a:ext cx="1106424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4A5563"/>
                </a:solidFill>
                <a:latin typeface="Inter"/>
              </a:defRPr>
            </a:pPr>
            <a:r>
              <a:t>2026-09-29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673352"/>
            <a:ext cx="9491472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D1117"/>
                </a:solidFill>
                <a:latin typeface="Inter"/>
              </a:defRPr>
            </a:pPr>
            <a:r>
              <a:t>Last review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938528"/>
            <a:ext cx="9491472" cy="11720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4A5563"/>
                </a:solidFill>
                <a:latin typeface="Inter"/>
              </a:defRPr>
            </a:pPr>
            <a:r>
              <a:t>Ridgeview fund and parent firm [S1].</a:t>
            </a:r>
          </a:p>
        </p:txBody>
      </p:sp>
      <p:sp>
        <p:nvSpPr>
          <p:cNvPr id="14" name="Oval 13"/>
          <p:cNvSpPr/>
          <p:nvPr/>
        </p:nvSpPr>
        <p:spPr>
          <a:xfrm>
            <a:off x="1824228" y="4091939"/>
            <a:ext cx="128016" cy="128016"/>
          </a:xfrm>
          <a:prstGeom prst="ellipse">
            <a:avLst/>
          </a:prstGeom>
          <a:solidFill>
            <a:srgbClr val="0D111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27348"/>
            <a:ext cx="1106424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4A5563"/>
                </a:solidFill>
                <a:latin typeface="Inter"/>
              </a:defRPr>
            </a:pPr>
            <a:r>
              <a:t>2027-09-29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927348"/>
            <a:ext cx="9491472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D1117"/>
                </a:solidFill>
                <a:latin typeface="Inter"/>
              </a:defRPr>
            </a:pPr>
            <a:r>
              <a:t>Next review due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92524"/>
            <a:ext cx="9491472" cy="11720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4A5563"/>
                </a:solidFill>
                <a:latin typeface="Inter"/>
              </a:defRPr>
            </a:pPr>
            <a:r>
              <a:t>Both roster subjects remain current [S1].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Confidential — internal investment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LAST AND NEXT REVIEWS PER ROSTER SUBJECT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Review calendar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2454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81831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Subject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Last review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Next due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81831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Ridgeview Global Macro Fund II, Ltd.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2026-09-29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2027-09-29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Current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81831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Ridgeview Example Advisors (parent firm)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2026-09-29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2027-09-29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Current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799101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Roster capacity: 1 of 3 fund slots used [S1].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91709"/>
            <a:ext cx="10908792" cy="212621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91709"/>
            <a:ext cx="54864" cy="212621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20143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No reviews are imminent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484901"/>
            <a:ext cx="10616184" cy="164157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Both roster subjects are current through 2027-09-29 [S1]. Why it matters: No review is due within 30 days. Uncertainty: The schedule depends on roster dates. What would…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Confidential — internal investment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WHAT EACH SOURCE COVERED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Coverage and freshness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9886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Attention queue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 subjects, completeness complete; as of 2026-10-04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Monitor alerts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Registered and exempt ADV runs for 2026-10-01 completed 2026-10-04; aligned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Form ADV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Current: 3 days old, expected report date 2026-10-01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open findings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Firm and fund events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Event publication not ready — absence is not evidence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Research watchlist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watchlist items selected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 · S3 · S4 · S5 · S6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Confidential — internal investment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A — Sources and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2706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662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662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Diligence Roster and capacity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get_diligence_roster_funds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662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Attention queue, changes since review, red flags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get_manager_diligence_attention_queue (3 views)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662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Monitor alerts and 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get_manager_monitor_evidence (alerts, coverage)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662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findings — Ridgeview Example Advisors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get_manager_diligence_findings (open)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662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Firm and fund events — Ridgeview Example Advisors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get_firm_fund_events (subject)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663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Research watchlist changes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get_research_watchlist_changes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50555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S4 validation: advisory 'empty primary list has no explicit reason' although the response states absence_reason no_open_findings.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163"/>
            <a:ext cx="10908792" cy="187475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Window: 2026-09-28 to 2026-10-04. Severity: high = tier-1 alert, new red flag, overdue high finding or overdue review; medium = material change since review, tier-2 alert, open medium finding, review due within 30 days; low = everything else.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Organization: Gradient (org_TEST000000000000000000000). Data scope: user-authorized live.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Form ADV is adviser-reported and not verified by the SEC. This digest is a monitoring aid, not investment, legal or compliance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Confidential — internal investment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</dc:title>
  <dc:subject>Monitoring Digest</dc:subject>
  <dc:creator>GradientCIO</dc:creator>
  <cp:keywords/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