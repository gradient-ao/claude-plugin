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0.58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0.48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8.9%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Hedge funds</c:v>
                </c:pt>
                <c:pt idx="1">
                  <c:v>Proposed ? Hedge funds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6.1</c:v>
                </c:pt>
                <c:pt idx="1">
                  <c:v>8.9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 under the target. Uncertainty: CMA, regime, findings and term coverage remain incomplete [S7][S8]. What would change the view: Completed records contradicting either proposed strategy role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 factors and incomplete look-through omit the full hedge-fund book [S7]. What would change the view: Complete exposure records showing concentration below the 4.0% threshold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should preserve role diversification, not maximize one measure. Uncertainty: Class assumptions are not manager-level forecasts. What would change the view: Refreshed assumptions reversing the relative return or volatility results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Hedge Fund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Absolute Return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97988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531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Redemption terms need confirmation before funding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1792"/>
            <a:ext cx="10908792" cy="17867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561792"/>
            <a:ext cx="54864" cy="17867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6715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54984"/>
            <a:ext cx="10616184" cy="13021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458256"/>
            <a:ext cx="2644902" cy="1759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4582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5862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8423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12.0%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458256"/>
            <a:ext cx="2644902" cy="1759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4582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5862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8423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458256"/>
            <a:ext cx="2644902" cy="1759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4582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5862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8423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+0.6pp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458256"/>
            <a:ext cx="2644902" cy="1759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45825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5862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8423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Monthly or better as % NAV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775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775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929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13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87520"/>
          <a:ext cx="10908792" cy="1272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80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80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80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81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069646"/>
            <a:ext cx="10908792" cy="7881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069646"/>
            <a:ext cx="54864" cy="78813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1793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462838"/>
            <a:ext cx="10616184" cy="3035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Confirm notice periods, gates and side-pocket terms for each affected fund and complete ODD before implementation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67511"/>
            <a:ext cx="10908792" cy="12504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967511"/>
            <a:ext cx="54864" cy="125040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07723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Redemption terms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360703"/>
            <a:ext cx="10616184" cy="7657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Notice periods, gates and side-pocket terms are unconfirmed for the affected funds [S1]. Why it matters: Funding before confirmation could lock capital beyond policy limits. Uncertainty: Terms come from manager documents still in review. What would change the view: Confirmed terms inside the policy liquidity window.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37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37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52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Marketable alternatives are 12.0% of total NAV [S2]. Why it matters: The 2.0pp strategy shift stays within this allocation. Uncertainty: Hedge fund values are reported with a lag. What would change the view: A revised valuation that moves the weight outside its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72703"/>
            <a:ext cx="10908792" cy="24452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72703"/>
            <a:ext cx="54864" cy="24452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824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5895"/>
            <a:ext cx="10616184" cy="19605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8.0% of the sleeve is liquid within the policy window [S3]. Why it matters: Redemption terms, not returns, constrain how fast the shift can happen. Uncertainty: Gates can be applied at the manager's discretion. What would change the view: A manager applying or lifting a gate.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Absolute Return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HEDGE-FUND STRATEGY ALLOCATION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 and role labels are shown as returned; they do not establish leverage, liquidity or underlying positions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Equity long/short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4022" y="2038883"/>
            <a:ext cx="6934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458553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014008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Macro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4022" y="319331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124297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880860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34774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390595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147157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Multi-strategy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4022" y="5502173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5991148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014008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STRATEGY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23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47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33794"/>
            <a:ext cx="10908792" cy="16687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33794"/>
            <a:ext cx="54864" cy="16687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435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26986"/>
            <a:ext cx="10616184" cy="1184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reallocates 2.0 percentage points from equity long/short to macro and relative value [S3][S4]. Why it matters: The largest strategy concentration declines under the target. Uncertainty…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12302"/>
            <a:ext cx="10908792" cy="8056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STRATEGY-CORRELATION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FACTOR EXPOSURES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0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00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01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30325"/>
            <a:ext cx="10908792" cy="16614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30325"/>
            <a:ext cx="54864" cy="166145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400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Manager limit is 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3517"/>
            <a:ext cx="10616184" cy="11768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at the 4.0% policy limit [S3][S4]. Why it matters: New funding should not increase that concentration. Uncertainty: Model factors and incomplete look-through omit…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01503"/>
            <a:ext cx="10908792" cy="10164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01503"/>
            <a:ext cx="54864" cy="10164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112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94695"/>
            <a:ext cx="10616184" cy="5317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499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499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show 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653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Hedge funds carry higher expected return and volatility than absolute return in the selected assumptions [S6]. Why it matters: The target should preserve role diversification, not maximize…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85559"/>
            <a:ext cx="10908792" cy="1532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frequency and notice are user-document evidence; missing gates, side pockets and leverage remain open items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Lineup and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Relative Value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623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744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744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744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333265"/>
            <a:ext cx="10908792" cy="1884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333265"/>
            <a:ext cx="54864" cy="1884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4429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726457"/>
            <a:ext cx="10616184" cy="1400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 was skipped because peer allocation intelligence is not licensed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54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70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70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57993"/>
            <a:ext cx="10908792" cy="29599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</dc:title>
  <dc:subject>Marketable Alternatives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