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on 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516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5166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32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8487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2048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94805"/>
          <a:ext cx="10908792" cy="1266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6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3870536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870536"/>
            <a:ext cx="54864" cy="7848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39802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263728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65141"/>
            <a:ext cx="10908792" cy="14527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4765141"/>
            <a:ext cx="54864" cy="14527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48748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158333"/>
            <a:ext cx="10616184" cy="9681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pacing-and-concentration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2853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28535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007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Private-markets weight is 23.0%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20960"/>
            <a:ext cx="10908792" cy="24969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20960"/>
            <a:ext cx="54864" cy="249695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306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14152"/>
            <a:ext cx="10616184" cy="20123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34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36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36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4449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918814"/>
          <a:ext cx="10908792" cy="977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89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8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06393"/>
            <a:ext cx="10908792" cy="121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fictional mandate and returned policy headroom; they are not changes saved to GradientCIO [S3][S7].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FICTIONAL TEST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858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16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169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169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169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Company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170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684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842740"/>
          <a:ext cx="10908792" cy="1099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36638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638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Company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639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Company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51635"/>
            <a:ext cx="10908792" cy="11662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fictional-ilpa-artifact-test,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92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document;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4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89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04484"/>
            <a:ext cx="10908792" cy="2013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 (TEST)</dc:title>
  <dc:subject>Private Markets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