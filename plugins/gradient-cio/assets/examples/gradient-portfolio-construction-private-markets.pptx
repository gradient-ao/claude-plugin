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9.6%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Program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94082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305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need monitoring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22741"/>
            <a:ext cx="10908792" cy="18868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522741"/>
            <a:ext cx="54864" cy="188680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6324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15933"/>
            <a:ext cx="10616184" cy="14021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51927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51927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51927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51927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Near limit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89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899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54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7460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48925"/>
          <a:ext cx="10908792" cy="1372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30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030866"/>
            <a:ext cx="10908792" cy="8389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030866"/>
            <a:ext cx="54864" cy="8389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14059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424058"/>
            <a:ext cx="10616184" cy="354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79591"/>
            <a:ext cx="10908792" cy="12383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979591"/>
            <a:ext cx="54864" cy="12383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08931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Pacing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372783"/>
            <a:ext cx="10616184" cy="7536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Commitment pacing and manager concentration both need monitoring [S1]. Why it matters: The $45.0M first-year ceiling keeps the program inside its liquidity limits. Uncertainty: Capital calls depend on manager deployment speed. What would change the view: Calls running ahead of the pacing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1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168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7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markets are 23.0% of total NAV [S2]. Why it matters: New commitments are sized against this weight and the unfunded balance. Uncertainty: Private valuations lag public markets. What would change the view: A valuation update that moves the weight by more than 2pp.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7291"/>
            <a:ext cx="10908792" cy="24406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7291"/>
            <a:ext cx="54864" cy="244062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701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70483"/>
            <a:ext cx="10616184" cy="19559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private-markets allocation is near its policy limit [S3]. Why it matters: Each new commitment must be checked against the limit before signing. Uncertainty: The limit test uses lagged valuations. What would change the view: Distributions that bring the weight back toward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34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36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36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4449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18814"/>
          <a:ext cx="10908792" cy="977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89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8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06393"/>
            <a:ext cx="10908792" cy="121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illustrative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854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08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6418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38501"/>
          <a:ext cx="10908792" cy="109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3654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54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48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44666"/>
            <a:ext cx="10908792" cy="1173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illustrative-ilpa-artifact-test,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16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4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89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04484"/>
            <a:ext cx="10908792" cy="2013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</dc:title>
  <dc:subject>Private Markets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