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9.6%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Program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94082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305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need monitoring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22741"/>
            <a:ext cx="10908792" cy="18868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522741"/>
            <a:ext cx="54864" cy="188680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6324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15933"/>
            <a:ext cx="10616184" cy="14021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51927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51927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51927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519273"/>
            <a:ext cx="2644902" cy="16986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51927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64728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90332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Near limit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389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3899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54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7460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48925"/>
          <a:ext cx="10908792" cy="1372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30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3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3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030866"/>
            <a:ext cx="10908792" cy="8389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030866"/>
            <a:ext cx="54864" cy="8389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14059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424058"/>
            <a:ext cx="10616184" cy="354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79591"/>
            <a:ext cx="10908792" cy="12383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979591"/>
            <a:ext cx="54864" cy="12383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08931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Pacing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372783"/>
            <a:ext cx="10616184" cy="7536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Commitment pacing and manager concentration both need monitoring [S1]. Why it matters: The $45.0M first-year ceiling keeps the program inside its liquidity limits. Uncertainty: Capital calls depend on manager deployment speed. What would change the view: Calls running ahead of the pacing plan.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1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168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7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markets are 23.0% of total NAV [S2]. Why it matters: New commitments are sized against this weight and the unfunded balance. Uncertainty: Private valuations lag public markets. What would change the view: A valuation update that moves the weight by more than 2pp.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7291"/>
            <a:ext cx="10908792" cy="24406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7291"/>
            <a:ext cx="54864" cy="244062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8701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70483"/>
            <a:ext cx="10616184" cy="19559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private-markets allocation is near its policy limit [S3]. Why it matters: Each new commitment must be checked against the limit before signing. Uncertainty: The limit test uses lagged valuations. What would change the view: Distributions that bring the weight back toward target.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34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36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364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64449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ILPA COMPANY COVERAGE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18814"/>
          <a:ext cx="10908792" cy="977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89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Assessed /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Aggregate completeness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 artifacts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label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8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 — one unknown-grain holding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06393"/>
            <a:ext cx="10908792" cy="12115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NAV. Company look-through is a non-additive risk overlay; the partial server aggregates assess two of three holdings, with one unknown grain excluded [S4][S9].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44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9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54817"/>
            <a:ext cx="10908792" cy="16400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54817"/>
            <a:ext cx="54864" cy="16400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645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48009"/>
            <a:ext cx="10616184" cy="11554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04597"/>
            <a:ext cx="10908792" cy="8133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illustrative mandate and returned policy headroom; they are not changes saved to GradientCIO [S3][S7].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7768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352007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70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70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685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06103"/>
            <a:ext cx="10908792" cy="1611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006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55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716722"/>
          <a:ext cx="10908792" cy="1989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15824"/>
            <a:ext cx="10908792" cy="1402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15824"/>
            <a:ext cx="54864" cy="1402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25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209016"/>
            <a:ext cx="10616184" cy="917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8542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08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metric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company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company_concentration;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sector_concentration;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6418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PORTFOLIO-COMPANY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838501"/>
          <a:ext cx="10908792" cy="109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</a:tblGrid>
              <a:tr h="3654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ILPA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/ 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Projected 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/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Covenant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Operating-quality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54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$24.0M in 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3.0–4.0x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2.0–3.0x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 growth 5%–10%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48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$18.0M in 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4.0–5.0x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1.5–2.0x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 watch 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EBITDA margin 15%–20%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44666"/>
            <a:ext cx="10908792" cy="11732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artifact illustrative-ilpa-artifact-test, version 1; parser ilpa_portfolio_company_draft_2026_07_22 version 1.0.0; projection registry private-markets-holding-exact-to-range-v1, checksum aaaaaaaaaaaaaaaaaaaaaaaaaaaaaaaaaaaaaaaaaaaaaaaaaaaaaaaaaaaaaaaa. Draft — July 22, 2026. Canonical values, exact ILPA source values and projected Gradient ranges remain separate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94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portfolio-company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3 holdings assessed; one unknown grain; 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/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company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416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6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1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paged; server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4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89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aggregates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private-markets-holding-exact-to-range-v1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NAV; non-additive; partial coverage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04484"/>
            <a:ext cx="10908792" cy="2013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valuations may lag the report date [S4]. Company look-through is non-additive to commitment exposure, and exact ILPA source money is not summed across currencies [S9]. The selected portfolio-company artifact is Draft — July 22, 2026, not a final ILPA release [S9]. Forward values are assumptions, not forecasts or guarantees [S5]. Portfolio Analytics and Strategy Lab are separate analytical scopes.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</dc:title>
  <dc:subject>Private Markets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