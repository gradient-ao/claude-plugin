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DILIGENCE ROSTER TRIAGE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Investment Office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Operational diligence roster triage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ROSTER SUBJECTS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prepared for internal investment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ONE SUBJECT ROUTES TO FOCUSED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99032"/>
            <a:ext cx="73152" cy="138569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96112" y="1371600"/>
            <a:ext cx="10588752" cy="88855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One subject needs follow-up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967602"/>
            <a:ext cx="10908792" cy="143624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2967602"/>
            <a:ext cx="54864" cy="1436245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307733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Bottom 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3360794"/>
            <a:ext cx="10616184" cy="95161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One roster subject has an evidence-derived watch flag requiring focused review [S1].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513575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FLAGGED FUNDS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40080" y="4787895"/>
          <a:ext cx="10908792" cy="1430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71501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Subject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Triage level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Reason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1501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Fund 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watch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Overdue 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Schedule 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prepared for internal investment use · Data as of 2026-10-01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QUEUE EVIDENCE DETERMINES ORDER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Roster detail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RANKED ROSTER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153924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Rank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Subject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Triage level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Reason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53924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Fund 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watch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Overdue 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Schedule 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53924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Fund 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clear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queue row; no governed flag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action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prepared for internal investment use · Data as of 2026-10-01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ROSTER AND ATTENTION-QUEUE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18239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91197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9119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Roster monitoring and attention queue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get_manager_diligence_attention_queue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259555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SOURCE AUDIT TRAIL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3533875"/>
          <a:ext cx="10908792" cy="13484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67422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742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view: red_flags; roster fund IDs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test roster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4900622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Each digest is the SHA-256 fingerprint of the exact data the report used.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193230"/>
            <a:ext cx="10908792" cy="102468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Illustrative, Gradient Maintained — demo data, not the client's holdings or managers. All organizations, portfolios, managers and results in this public example are illustrative. [S1]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prepared for internal investment use · Data as of 2026-10-01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Investment Office</dc:title>
  <dc:subject>Roster Triage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