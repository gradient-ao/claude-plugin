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DILIGENCE ROSTER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Investment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Operational diligence roster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SUBJECTS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FLAGGED FOR FOLLOW-UP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One subject needs follow-up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 of 2 ·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SUBJECT ROUTES TO FOCUSED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2638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2638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7791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roster subject has an evidence-derived watch flag requiring focused review [S1].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9942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FLAGGED FUNDS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3973744"/>
          <a:ext cx="10908792" cy="2244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122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Triage level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2208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Overdue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QUEUE EVIDENCE DETERMINES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Roster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RANKED ROSTER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Triage level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Overdue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queue row; no governed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ROSTER AND ATTENTION-QUEUE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253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126674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26674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Roster monitoring and 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view: red_flags; roster fund IDs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test roster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69094"/>
            <a:ext cx="10908792" cy="22488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Illustrative, Gradient Maintained — demo data, not the client's holdings or managers. All organizations, portfolios, managers and results in this public example are illustrative. [S1]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Investment Office</dc:title>
  <dc:subject>Roster Triage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