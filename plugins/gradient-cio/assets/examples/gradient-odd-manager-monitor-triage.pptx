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DILIGENCE ROSTER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Investment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Operational diligence roster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ROSTER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SUBJECT ROUTES TO FOCUSED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99032"/>
            <a:ext cx="73152" cy="13549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10588752" cy="87071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One subject needs follow-up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36839"/>
            <a:ext cx="10908792" cy="15012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2936839"/>
            <a:ext cx="54864" cy="150123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04656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30031"/>
            <a:ext cx="10616184" cy="101659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One roster subject has an evidence-derived watch flag requiring focused review [S1].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47799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FLAGGED FUNDS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822119"/>
          <a:ext cx="10908792" cy="13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69790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Subject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Triage level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9790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Fund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Overdue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Schedule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QUEUE EVIDENCE DETERMINES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Roster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RANKED ROSTER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Subject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Triage level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Fund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Overdue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Schedule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Fund 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clear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queue row; no governed flag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action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ROSTER AND ATTENTION-QUEUE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1618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80906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0906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Roster monitoring and attention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get_manager_diligence_attention_queue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05374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328060"/>
          <a:ext cx="10908792" cy="1142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57132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7132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view: red_flags; roster fund IDs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test roster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488992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Each digest is the SHA-256 fingerprint of the exact data the report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81600"/>
            <a:ext cx="10908792" cy="14363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Illustrative, Gradient Maintained — demo data, not the client's holdings or managers. All organizations, portfolios, managers and results in this public example are illustrative. [S1]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Investment Office</dc:title>
  <dc:subject>Roster Triage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