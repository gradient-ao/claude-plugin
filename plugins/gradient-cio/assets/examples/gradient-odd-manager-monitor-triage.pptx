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DILIGENCE ROSTER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diligence roster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FLAGGED FOR FOLLOW-UP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subject needs 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2 ·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SUBJECT ROUTES TO FOCUSED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870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8703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7024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roster subject has an evidence-derived watch flag requiring focused review [S1].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2264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FLAGGED FUNDS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896960"/>
          <a:ext cx="10908792" cy="2320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16047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604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QUEUE EVIDENCE DETERMINES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RANKED ROSTER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queue row; no governed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ROSTER AND ATTENTION-QUEUE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3062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15310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10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Roster monitoring and 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view: red_flags; roster fund 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test roster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497663"/>
            <a:ext cx="10908792" cy="17202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Illustrative, Gradient Maintained — demo data, not the client's holdings or managers. All organizations, portfolios, managers and results in this public example are illustrative. [S1]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Roster Triage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