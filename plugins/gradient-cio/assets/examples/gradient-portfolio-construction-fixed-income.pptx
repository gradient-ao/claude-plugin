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0.08</c:v>
                </c:pt>
                <c:pt idx="2">
                  <c:v>0.3</c:v>
                </c:pt>
                <c:pt idx="3">
                  <c:v>0.32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0.22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Core government / IG</c:v>
                </c:pt>
                <c:pt idx="1">
                  <c:v>Proposed ? Core government / IG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4.1000000000000005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The change directly reduces concentrated credit exposure. Uncertainty: Duration, cost, CMA, regime and manager coverage remain incomplete [S8]. What would change the view: Completed records showing higher duration or transition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Spread coverage neither attributes portfolio results nor predicts direction. What would change the view: Refreshed spreads and governed attribution results reversing the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Fixed Income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Aggregate Bond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Credit allocation proposed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349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349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502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28.0%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weekly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66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6678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82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239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76712"/>
          <a:ext cx="10908792" cy="1365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51563"/>
            <a:ext cx="10908792" cy="783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51563"/>
            <a:ext cx="54864" cy="783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2612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44755"/>
            <a:ext cx="10616184" cy="298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44464"/>
            <a:ext cx="10908792" cy="11734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044464"/>
            <a:ext cx="54864" cy="11734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1541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37656"/>
            <a:ext cx="10616184" cy="6888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credit-allocation signal above the prior neutral baseline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Fixed-income weight is 28.0%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96.0%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Aggregate Bond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35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8382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062772"/>
            <a:ext cx="10908792" cy="1155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 classifications are shown as returned and are not remapped to policy-tree labels [S2][S4].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 government / 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0504" y="2185111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4518690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5043693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17601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Core-plus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48838" y="3724351"/>
            <a:ext cx="11716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3849166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69884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471525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Global / emerging debt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1933" y="5263591"/>
            <a:ext cx="1004285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2844881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2867741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3.0 percentage points from core-plus credit to government and investment-grade bonds [S3][S4]. Why it matters: The change directly reduces concentrated credit exposure. Uncertainty: Duration…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68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22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222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788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53133"/>
          <a:ext cx="10908792" cy="1968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3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630911"/>
            <a:ext cx="10908792" cy="5870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EFFECTIVE 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SPREAD 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IG SPREAD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112 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HY SPREAD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365 bps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Spread context is cautionary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 three returned credit spreads widened over three months [S6]. Why it matters: The context supports caution around concentrated credit exposure. Uncertainty: Spread coverage neither attributes portfolio…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are market context only; governed attribution identifies the portfolio's historical effects [S5][S6].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3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7362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rises with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48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71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717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5862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32945"/>
          <a:ext cx="10908792" cy="1467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90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509952"/>
            <a:ext cx="10908792" cy="7079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connector does not return security-level duration, spread duration, yield, convexity or key-rate exposure for this public sample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8257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56894"/>
          <a:ext cx="10908792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39269"/>
            <a:ext cx="10908792" cy="1178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Report attribution and credit-spread context at the next review [S5][S6].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</dc:title>
  <dc:subject>Fixed Income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