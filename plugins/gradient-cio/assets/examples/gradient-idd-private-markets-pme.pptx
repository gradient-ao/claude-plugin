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private-markets-pme report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Governed return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managers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TEST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FICTIONAL TEST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169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48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48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private-markets-pme report (TEST)</dc:title>
  <dc:subject>Manager Performance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