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Shortlist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Candidate screening for Investment Committee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Manager shortlist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Governed manager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REVIEWED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screening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Candidate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740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7403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894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09643"/>
            <a:ext cx="10908792" cy="24082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09643"/>
            <a:ext cx="54864" cy="240827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1937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02835"/>
            <a:ext cx="10616184" cy="19236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Advance/reserve/reject rationale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ODD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968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842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42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31266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05270"/>
            <a:ext cx="10908792" cy="1632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605270"/>
            <a:ext cx="54864" cy="163267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271499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998462"/>
            <a:ext cx="10616184" cy="1148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7673"/>
            <a:ext cx="10908792" cy="18702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347673"/>
            <a:ext cx="54864" cy="187024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4574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740865"/>
            <a:ext cx="10616184" cy="13856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Shortlist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