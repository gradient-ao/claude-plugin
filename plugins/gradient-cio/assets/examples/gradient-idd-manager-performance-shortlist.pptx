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No comparison metrics were returned for the four candidates [S1]. Why it matters: Without them, no ranking of the candidates is supportable. Uncertainty: The missing evidence may differ by manager. What would change the view: Comparison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evidence missing</a:t>
            </a:r>
          </a:p>
          <a:p>
            <a:r>
              <a:t>Observation: Benchmark-relative returns were not returned for any candidate [S1]. Why it matters: Behavior against the mandate benchmark is unknown. Uncertainty: Up and down capture may vary by window. What would change the view: Benchmark-relative results for each candidate.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Robustness unavailable</a:t>
            </a:r>
          </a:p>
          <a:p>
            <a:r>
              <a:t>Observation: Persistence and correlation tests were not returned [S1]. Why it matters: Whether results repeat across periods cannot be assessed. Uncertainty: Results may depend on the dates chosen. What would change the view: Tests across several date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Manager Shortlist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Candidate screening for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Manager shortlist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EVIDENCE DOES NOT SUPPORT A COMPARATIVE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71659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71659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23196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Only one of four screening inputs is available [S1]. Why it matters: A shortlist would rest on incomplete data. Uncertainty: Missing reads may change which managers qualify. What would change the view: Complete screening data for every candidate.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152202"/>
            <a:ext cx="10908792" cy="153101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152202"/>
            <a:ext cx="54864" cy="153101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26193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545394"/>
            <a:ext cx="10616184" cy="104638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 matches are suggested, not confirmed [S1]. Why it matters: Candidates must be compared on the same benchmark. Uncertainty: Mandate fit is unconfirmed. What would change the view: Confirmed benchmark mappings.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92947"/>
            <a:ext cx="10908792" cy="14249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792947"/>
            <a:ext cx="54864" cy="14249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490267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Reliability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186139"/>
            <a:ext cx="10616184" cy="9403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 persistence was not tested [S1]. Why it matters: A shortlist should favor repeatable results. Uncertainty: Persistence is unknown. What would change the view: A robustness run for each candidate.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BENCHMARK MATCHES ARE SUGGESTED, NOT YET CONFIRMED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Mandate and screening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24460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60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mapping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Match not confirmed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RISK AND RETURN COMPARISON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Candidate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05097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05097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56633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comparison tool returned no results for these candidates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86578"/>
            <a:ext cx="10908792" cy="273134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486578"/>
            <a:ext cx="54864" cy="2731341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59630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879770"/>
            <a:ext cx="10616184" cy="224670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comparison metrics were returned for the four candidates [S1]. Why it matters: Without them, no ranking of the candidates is supportable. Uncertainty: The missing evidence may…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RELATIVE AND CAPTURE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Performance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0552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05520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5705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Benchmark-relative returns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90816"/>
            <a:ext cx="10908792" cy="272710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490816"/>
            <a:ext cx="54864" cy="2727103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0054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Relative evidence missing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884008"/>
            <a:ext cx="10616184" cy="224247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Benchmark-relative returns were not returned for any candidate [S1]. Why it matters: Behavior against the mandate benchmark is unknown. Uncertainty: Up and down capture may vary by…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EVIDENCE IS UNAVAILABLE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Advance/reserve/reject rationale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12547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12547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640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Persistence and correlation tests were not returned [S1].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61080"/>
            <a:ext cx="10908792" cy="26568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561080"/>
            <a:ext cx="54864" cy="26568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67080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Robustness unavailable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954272"/>
            <a:ext cx="10616184" cy="21722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Persistence and correlation tests were not returned [S1]. Why it matters: Whether results repeat across periods cannot be assessed. Uncertainty: Results may depend on the dates chosen…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ONE DATA REQUEST REMAINS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ODD handoff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Confirm the benchmark and return the comparison results.</a:t>
            </a:r>
            <a:br/>
            <a:r>
              <a:rPr>
                <a:latin typeface="Inter"/>
              </a:rPr>
              <a:t>      Required to assess manager-relative performance [S1].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ILLUSTRATIVE SAMPLE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2189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109499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09499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Connector capabilities check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534155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95783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578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selection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Manager Shortlist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