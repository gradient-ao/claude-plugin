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No comparison metrics were returned for the four candidates [S1]. Why it matters: Without them, no ranking of the candidates is supportable. Uncertainty: The missing evidence may differ by manager. What would change the view: Comparison results for each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Benchmark-relative returns were not returned for any candidate [S1]. Why it matters: Behavior against the mandate benchmark is unknown. Uncertainty: Up and down capture may vary by window. What would change the view: Benchmark-relative results for each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Persistence and correlation tests were not returned [S1]. Why it matters: Whether results repeat across periods cannot be assessed. Uncertainty: Results may depend on the dates chosen. What would change the view: Tests across several date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Shortlist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Candidate screening for Investment Committee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Manager shortlist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Only one of four screening inputs is available [S1]. Why it matters: A shortlist would rest on incomplete data. Uncertainty: Missing reads may change which managers qualify. What would change the view: Complete screening data for every candidate.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matches are suggested, not confirmed [S1]. Why it matters: Candidates must be compared on the same benchmark. Uncertainty: Mandate fit is unconfirmed. What would change the view: Confirmed benchmark mappings.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 persistence was not tested [S1]. Why it matters: A shortlist should favor repeatable results. Uncertainty: Persistence is unknown. What would change the view: A robustness run for each candidate.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MATCHES ARE SUGGESTED, NOT YET 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screening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 not confirmed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Candidate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comparison tool returned no results for these candidates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comparison metrics were returned for the four candidates [S1]. Why it matters: Without them, no ranking of the candidates is supportable. Uncertainty: The missing evidence may…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Benchmark-relative returns were not returned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Benchmark-relative returns were not returned for any candidate [S1]. Why it matters: Behavior against the mandate benchmark is unknown. Uncertainty: Up and down capture may vary by…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Advance/reserve/reject rationale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tests were not returned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Persistence and correlation tests were not returned [S1]. Why it matters: Whether results repeat across periods cannot be assessed. Uncertainty: Results may depend on the dates chosen…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DATA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ODD handoff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Confirm the benchmark and return the comparison results.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189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0949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0949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Connector capabilities 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9578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578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Shortlist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