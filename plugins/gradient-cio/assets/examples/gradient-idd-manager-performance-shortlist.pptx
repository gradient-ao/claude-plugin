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Shortlist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Candidate screening for Investment Committee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Manager shortlist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Governed manager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REVIEWED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screening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Candidate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Advance/reserve/reject rationale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ODD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1213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6067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67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55769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50298"/>
            <a:ext cx="10908792" cy="14716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850298"/>
            <a:ext cx="54864" cy="14716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96002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43490"/>
            <a:ext cx="10616184" cy="987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1674"/>
            <a:ext cx="10908792" cy="17862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431674"/>
            <a:ext cx="54864" cy="178624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54140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824866"/>
            <a:ext cx="10616184" cy="13016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Shortlist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