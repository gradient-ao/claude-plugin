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portfolio-fit report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Governed return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managers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TEST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Baseline and proposed scenario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diversification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 and risk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Simulation and stress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Constraints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FICTIONAL TEST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169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48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48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portfolio-fit report (TEST)</dc:title>
  <dc:subject>Manager Performance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