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No comparison metrics were returned for the four candidates [S1]. Why it matters: Without them, no ranking of the candidates is supportable. Uncertainty: The missing evidence may differ by manager. What would change the view: Comparison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Benchmark-relative returns were not returned for any candidate [S1]. Why it matters: Behavior against the mandate benchmark is unknown. Uncertainty: Up and down capture may vary by window. What would change the view: Benchmark-relative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Persistence and correlation tests were not returned [S1]. Why it matters: Whether results repeat across periods cannot be assessed. Uncertainty: Results may depend on the dates chosen. What would change the view: Tests across several date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Portfolio Fit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manager contribution to total-fund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Portfolio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0916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0916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2245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Only one of four portfolio-fit inputs is available [S1]. Why it matters: Diversification benefit cannot be estimated. Uncertainty: Missing series may change the correlation. What would change the view: Return series for the manager and the portfolio.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44772"/>
            <a:ext cx="10908792" cy="14687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144772"/>
            <a:ext cx="54864" cy="146871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25450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537964"/>
            <a:ext cx="10616184" cy="984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benchmark match is suggested, not confirmed [S1]. Why it matters: Fit is judged against the sleeve benchmark. Uncertainty: Mandate fit is unconfirmed. What would change the view: A confirmed benchmark mapping.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23213"/>
            <a:ext cx="10908792" cy="14947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723213"/>
            <a:ext cx="54864" cy="14947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8329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116405"/>
            <a:ext cx="10616184" cy="10100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Fit across market regimes was not tested [S1]. Why it matters: A manager can diversify in one regime and not another. Uncertainty: Results may depend on the window. What would change the view: A regime-split analysis.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MATCHES ARE SUGGESTED, NOT YET 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Baseline and proposed scenario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 not confirmed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diversification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0509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05097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5663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comparison tool returned no results for these candidates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86578"/>
            <a:ext cx="10908792" cy="27313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486578"/>
            <a:ext cx="54864" cy="273134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5963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879770"/>
            <a:ext cx="10616184" cy="22467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comparison metrics were returned for the four candidates [S1]. Why it matters: Without them, no ranking of the candidates is supportable. Uncertainty: The missing evidence may…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Return and risk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0552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05520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5705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Benchmark-relative returns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90816"/>
            <a:ext cx="10908792" cy="272710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490816"/>
            <a:ext cx="54864" cy="272710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0054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884008"/>
            <a:ext cx="10616184" cy="224247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Benchmark-relative returns were not returned for any candidate [S1]. Why it matters: Behavior against the mandate benchmark is unknown. Uncertainty: Up and down capture may vary by…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Simulation and stress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254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254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40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tests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61080"/>
            <a:ext cx="10908792" cy="26568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61080"/>
            <a:ext cx="54864" cy="26568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708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54272"/>
            <a:ext cx="10616184" cy="21722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Persistence and correlation tests were not returned [S1]. Why it matters: Whether results repeat across periods cannot be assessed. Uncertainty: Results may depend on the dates chosen…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DATA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Constraints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Confirm the benchmark and return the comparison results.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189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0949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0949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Connector capabilities 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9578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578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Portfolio Fit Review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