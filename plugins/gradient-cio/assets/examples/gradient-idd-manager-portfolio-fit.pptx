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Comparison unavailable</a:t>
            </a:r>
          </a:p>
          <a:p>
            <a:r>
              <a:t>Observation: Comparative metrics are unavailable [S1]. Why it matters: No ranking is supportable. Uncertainty: Missing evidence may differ by manager. What would change the view: A governed comparison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Relative evidence missing</a:t>
            </a:r>
          </a:p>
          <a:p>
            <a:r>
              <a:t>Observation: Relative evidence is unavailable [S1]. Why it matters: Benchmark-relative behavior is unknown. Uncertainty: Capture may vary by window. What would change the view: A governed relative-return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Robustness unavailable</a:t>
            </a:r>
          </a:p>
          <a:p>
            <a:r>
              <a:t>Observation: Robustness evidence is unavailable [S1]. Why it matters: Persistence cannot be assessed. Uncertainty: Results may depend on dates. What would change the view: Governed window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INVESTMENT DUE DILIGENCE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Portfolio Fit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Candidate manager contribution to total-fund objectives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Portfolio fit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Governed return series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AUDIENCE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Investment Committee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AS 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2025-12-31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687568"/>
            <a:ext cx="3337560" cy="53035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306324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2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OVERALL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9161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Insufficient governed 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573328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SCOPE REVIEWED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5934456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1 of 4 · Partial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 DOES NOT SUPPORT A COMPARATIVE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Coverage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0728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Coverage is incomplete [S1]. Why it matters: Comparison is constrained. Uncertainty: Missing reads may change results. What would change the view: Governed comparison evidence.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993136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2993136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10286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Benchmarks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3386328"/>
            <a:ext cx="10616184" cy="10728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Benchmark matching is advisory [S1]. Why it matters: Relative evidence is bounded. Uncertainty: Mandate fit is unconfirmed. What would change the view: Canonical matches.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660392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640080" y="4660392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804671" y="477012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Reliability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" y="5053584"/>
            <a:ext cx="10616184" cy="1072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Robustness is unavailable [S1]. Why it matters: Persistence is unknown. Uncertainty: Window sensitivity is untested. What would change the view: Governed robustness results.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BENCHMARK IDENTITY REMAINS ADVISORY FOR THE REVIEWED CANDIDATES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Baseline and proposed scenario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24460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4460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mapping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Canonical match unavailable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RISK AND RETURN COMPARISON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Correlation and diversification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23911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239115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90652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governed comparison result missing [S1].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826763"/>
            <a:ext cx="10908792" cy="23911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826763"/>
            <a:ext cx="54864" cy="239115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93649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Comparison unavailable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4219955"/>
            <a:ext cx="10616184" cy="19065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Comparative metrics are unavailable [S1]. Why it matters: No ranking is supportable. Uncertainty: Missing evidence may differ by manager. What would change the view: A governed comparison…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RELATIVE AND CAPTURE EVIDENCE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Return and risk impact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237403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237403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88940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relative-return result missing [S1].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809643"/>
            <a:ext cx="10908792" cy="240827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809643"/>
            <a:ext cx="54864" cy="240827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91937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Relative evidence missing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4202835"/>
            <a:ext cx="10616184" cy="192364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Relative evidence is unavailable [S1]. Why it matters: Benchmark-relative behavior is unknown. Uncertainty: Capture may vary by window. What would change the view: A governed relative-return result.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PERSISTENCE AND CORRELATION EVIDENCE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Simulation and stress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23911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239115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90652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governed robustness and correlation results missing [S1].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826763"/>
            <a:ext cx="10908792" cy="23911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826763"/>
            <a:ext cx="54864" cy="239115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93649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Robustness unavailable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4219955"/>
            <a:ext cx="10616184" cy="19065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Robustness evidence is unavailable [S1]. Why it matters: Persistence cannot be assessed. Uncertainty: Results may depend on dates. What would change the view: Governed window tests.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ONE GOVERNED EVIDENCE REQUEST REMAINS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Constraints and follow-ups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  Return canonical benchmark and comparison evidence.</a:t>
            </a:r>
            <a:br/>
            <a:r>
              <a:rPr>
                <a:latin typeface="Inter"/>
              </a:rPr>
              <a:t>      Required to assess manager-relative performance [S1].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SAVED ILLUSTRATIVE SAMPLE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9684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</a:tblGrid>
              <a:tr h="48424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8424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Typed unavailable test response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2312662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605270"/>
            <a:ext cx="10908792" cy="163267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2605270"/>
            <a:ext cx="54864" cy="163267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271499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evidence 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2998462"/>
            <a:ext cx="10616184" cy="114804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report preserves the returned subject identity, benchmark mapping, observation window, units, methods, coverage status and request provenance [S1]. Missing performance, correlation, capture, simulation or regime fields remain unavailable. No local statistics, substitutions, rankings or neutral defaults are introduced.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47673"/>
            <a:ext cx="10908792" cy="187024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40080" y="4347673"/>
            <a:ext cx="54864" cy="187024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04671" y="445740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Decision-use boundary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4740865"/>
            <a:ext cx="10616184" cy="138561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Typed unavailability limits the conclusion and drives the insufficient signal where most required slots are absent [S1]. The evidence supports follow-up collection only; operational diligence and committee decisions remain separate handoffs with their own governed evidence and validation contracts. Every unresolved field remains reader-visible in the delivered report.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Portfolio Fit Review</dc:title>
  <dc:subject>Manager Performance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