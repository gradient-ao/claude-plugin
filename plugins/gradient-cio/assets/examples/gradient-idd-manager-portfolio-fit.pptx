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No comparison metrics were returned for the four candidates [S1]. Why it matters: Without them, no ranking of the candidates is supportable. Uncertainty: The missing evidence may differ by manager. What would change the view: Comparison results for each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Benchmark-relative returns were not returned for any candidate [S1]. Why it matters: Behavior against the mandate benchmark is unknown. Uncertainty: Up and down capture may vary by window. What would change the view: Benchmark-relative results for each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Persistence and correlation tests were not returned [S1]. Why it matters: Whether results repeat across periods cannot be assessed. Uncertainty: Results may depend on the dates chosen. What would change the view: Tests across several date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Portfolio Fit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Candidate manager contribution to total-fund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Portfolio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Only one of four portfolio-fit inputs is available [S1]. Why it matters: Diversification benefit cannot be estimated. Uncertainty: Missing series may change the correlation. What would change the view: Return series for the manager and the portfolio.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benchmark match is suggested, not confirmed [S1]. Why it matters: Fit is judged against the sleeve benchmark. Uncertainty: Mandate fit is unconfirmed. What would change the view: A confirmed benchmark mapping.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Fit across market regimes was not tested [S1]. Why it matters: A manager can diversify in one regime and not another. Uncertainty: Results may depend on the window. What would change the view: A regime-split analysis.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MATCHES ARE SUGGESTED, NOT YET 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Baseline and proposed scenario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 not confirmed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Correlation and diversification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comparison tool returned no results for these candidates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comparison metrics were returned for the four candidates [S1]. Why it matters: Without them, no ranking of the candidates is supportable. Uncertainty: The missing evidence may…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Return and risk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Benchmark-relative returns were not returned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Benchmark-relative returns were not returned for any candidate [S1]. Why it matters: Behavior against the mandate benchmark is unknown. Uncertainty: Up and down capture may vary by…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Simulation and stress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tests were not returned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Persistence and correlation tests were not returned [S1]. Why it matters: Whether results repeat across periods cannot be assessed. Uncertainty: Results may depend on the dates chosen…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DATA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Constraints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Confirm the benchmark and return the comparison results.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189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0949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0949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Connector capabilities 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9578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578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Portfolio Fit Review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