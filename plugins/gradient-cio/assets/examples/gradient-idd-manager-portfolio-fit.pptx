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Comparison unavailable</a:t>
            </a:r>
          </a:p>
          <a:p>
            <a:r>
              <a:t>Observation: No comparison metrics were returned for the four candidates [S1]. Why it matters: Without them, no ranking of the candidates is supportable. Uncertainty: The missing evidence may differ by manager. What would change the view: Comparison results for each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evidence missing</a:t>
            </a:r>
          </a:p>
          <a:p>
            <a:r>
              <a:t>Observation: Benchmark-relative returns were not returned for any candidate [S1]. Why it matters: Behavior against the mandate benchmark is unknown. Uncertainty: Up and down capture may vary by window. What would change the view: Benchmark-relative results for each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Robustness unavailable</a:t>
            </a:r>
          </a:p>
          <a:p>
            <a:r>
              <a:t>Observation: Persistence and correlation tests were not returned [S1]. Why it matters: Whether results repeat across periods cannot be assessed. Uncertainty: Results may depend on the dates chosen. What would change the view: Tests across several date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Portfolio Fit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Candidate manager contribution to total-fund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Portfolio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Investment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AS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DOES NOT SUPPORT A COMPARATIVE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70916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7091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2245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Only one of four portfolio-fit inputs is available [S1]. Why it matters: Diversification benefit cannot be estimated. Uncertainty: Missing series may change the correlation. What would change the view: Return series for the manager and the portfolio.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44772"/>
            <a:ext cx="10908792" cy="14687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144772"/>
            <a:ext cx="54864" cy="146871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25450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537964"/>
            <a:ext cx="10616184" cy="984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benchmark match is suggested, not confirmed [S1]. Why it matters: Fit is judged against the sleeve benchmark. Uncertainty: Mandate fit is unconfirmed. What would change the view: A confirmed benchmark mapping.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23213"/>
            <a:ext cx="10908792" cy="14947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723213"/>
            <a:ext cx="54864" cy="149470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83294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116405"/>
            <a:ext cx="10616184" cy="101007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Fit across market regimes was not tested [S1]. Why it matters: A manager can diversify in one regime and not another. Uncertainty: Results may depend on the window. What would change the view: A regime-split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BENCHMARK MATCHES ARE SUGGESTED, NOT YET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Baseline and proposed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4460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4460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Match not confirmed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RISK AND RETURN COMPARISON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Correlation and diversification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05097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05097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56633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comparison tool returned no results for these candidates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86578"/>
            <a:ext cx="10908792" cy="2731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486578"/>
            <a:ext cx="54864" cy="273134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59630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879770"/>
            <a:ext cx="10616184" cy="22467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 comparison metrics were returned for the four candidates [S1]. Why it matters: Without them, no ranking of the candidates is supportable. Uncertainty: The missing evidence may…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RELATIVE AND CAPTURE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Return and risk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0552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05520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5705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Benchmark-relative returns were not returned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90816"/>
            <a:ext cx="10908792" cy="272710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490816"/>
            <a:ext cx="54864" cy="272710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60054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evidence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884008"/>
            <a:ext cx="10616184" cy="224247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Benchmark-relative returns were not returned for any candidate [S1]. Why it matters: Behavior against the mandate benchmark is unknown. Uncertainty: Up and down capture may vary by…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PERSISTENCE AND CORRELATION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Simulation and stress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1254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12547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6408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Persistence and correlation tests were not returned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1080"/>
            <a:ext cx="10908792" cy="26568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561080"/>
            <a:ext cx="54864" cy="26568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67080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Robustness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54272"/>
            <a:ext cx="10616184" cy="21722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Persistence and correlation tests were not returned [S1]. Why it matters: Whether results repeat across periods cannot be assessed. Uncertainty: Results may depend on the dates chosen…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DATA REQUEST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Constraints and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Confirm the benchmark and return the comparison results.</a:t>
            </a:r>
            <a:br/>
            <a:r>
              <a:rPr>
                <a:latin typeface="Inter"/>
              </a:rPr>
              <a:t>      Required to assess manager-relative performance [S1].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ILLUSTRATIVE SAMPLE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189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109499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Connector capabilities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2025-12-31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3415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191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95783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5783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35039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Each digest is the SHA-256 fingerprint of the exact data the report used.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selection review · Data as of 2025-12-31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Portfolio Fit Review</dc:title>
  <dc:subject>Manager Performance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