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Portfolio Fit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manager contribution to total-fund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Portfolio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Governed return series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AUDIENCE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REVIEWED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Baseline and proposed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diversification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 and risk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Simulation and stress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10908792" cy="2140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325880"/>
            <a:ext cx="54864" cy="214026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1719072"/>
            <a:ext cx="10616184" cy="1655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75876"/>
            <a:ext cx="10908792" cy="2642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3575876"/>
            <a:ext cx="54864" cy="264204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36856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969068"/>
            <a:ext cx="10616184" cy="215741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Constraints and follow-ups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1213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6067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67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Gradient-governed review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55769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50298"/>
            <a:ext cx="10908792" cy="14716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2850298"/>
            <a:ext cx="54864" cy="147164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29600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243490"/>
            <a:ext cx="10616184" cy="987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1674"/>
            <a:ext cx="10908792" cy="17862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4431674"/>
            <a:ext cx="54864" cy="178624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454140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824866"/>
            <a:ext cx="10616184" cy="13016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Portfolio Fit Review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