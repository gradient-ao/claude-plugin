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GIPS BRIEFING NOTE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What must a GIPS Composite Report disclose about fees?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2020 GIPS standards · firms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Layout test — not legal advice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12547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125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Short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6408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Disclose the fee schedule (4.C.11) and label returns gross or net (4.A.3) [S1].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1080"/>
            <a:ext cx="10908792" cy="26568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 GIPS Composite Report must disclose the fee schedule appropriate to the report's prospective client (4.C.11) and state whether returns are gross or net of fees, with what fees were deducted.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Layout test — not legal advice · Data as of References as of October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Requirement  ·  Provision  ·  Applies to  ·  Notes  · </a:t>
            </a:r>
            <a:br/>
            <a:br/>
            <a:r>
              <a:rPr>
                <a:latin typeface="Inter"/>
              </a:rPr>
              <a:t> ·  Current fee schedule  ·  4.C.11  ·  Composite reports  ·  Appropriate to the prospective client  · </a:t>
            </a:r>
            <a:br/>
            <a:br/>
            <a:r>
              <a:rPr>
                <a:latin typeface="Inter"/>
              </a:rPr>
              <a:t> ·  Gross/net labelling  ·  4.A.3  ·  All reports  ·  Label every return series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Layout test — not legal advice · Data as of References as of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Practical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Ask for the fee schedule if the report omits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Layout test — not legal advice · Data as of References as of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Tag  ·  Source  ·  Detail  · </a:t>
            </a:r>
            <a:br/>
            <a:br/>
            <a:r>
              <a:rPr>
                <a:latin typeface="Inter"/>
              </a:rPr>
              <a:t> ·  S1  ·  firms-report-checklist.md  ·  Section A, 4.C.11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Layout test — not legal advice · Data as of References as of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legal advice.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Layout test — not legal advice · Data as of References as of October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must a GIPS Composite Report disclose about fees?</dc:title>
  <dc:subject>GIPS Briefing Note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