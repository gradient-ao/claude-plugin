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$12.40B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$4.85B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$1.92B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changes operating complexity, not mandate quality. Uncertainty: Adviser cohorts differ in strategy and client bases. What would change the view: User criteria requiring a named operating-scale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Harbor lacks complete provider evidence, while Northfield also lacks catalog identity [S2][S3]. Why it matters: The gaps require different diligence paths before selection. Uncertainty: The public sample omits some corroborating provider detail. What would change the view: Updated governed records resolving either named evidence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same-period Form 13F identity coverage. What would change the view: Complete same-period filings showing materially different weighted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materially differs across the three managers. Uncertainty: Northfield event coverage and catalog identity remain unavailable. What would change the view: Catalog resolution plus published Northfield event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Global Macro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Three-manager operational diligence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 DILIGENCE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of 3 managers with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11 of 13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4577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4577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731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93400"/>
            <a:ext cx="2644902" cy="2324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934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0214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2774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Named by user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893400"/>
            <a:ext cx="2644902" cy="2324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8934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0214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WITH 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2774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 only [S2][S3]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893400"/>
            <a:ext cx="2644902" cy="2324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8934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0214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OVERLAP PAIRS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2774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of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Same-period filings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893400"/>
            <a:ext cx="2644902" cy="2324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8934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0214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2774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three advisers [S1–S3] 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SHORTLIST 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03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86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86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86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86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65326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Order follows the user's list. Flags are evidence for follow-up, not a verdict on the manager.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45871"/>
            <a:ext cx="10908792" cy="10809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45871"/>
            <a:ext cx="54864" cy="10809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0555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39063"/>
            <a:ext cx="10616184" cy="596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2 of 3 managers with flags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36592"/>
            <a:ext cx="10908792" cy="8906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136592"/>
            <a:ext cx="54864" cy="8906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2463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529784"/>
            <a:ext cx="10616184" cy="4059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Managers compared is 3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36927"/>
            <a:ext cx="10908792" cy="10809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5136927"/>
            <a:ext cx="54864" cy="10809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4671" y="52466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5530119"/>
            <a:ext cx="10616184" cy="596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Item 11 disclosures is 0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ASSETS UNDER MANAGEMENT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 COUNT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RAUM COHORT PERCENTILE POSITIONING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TABLE — CONTINUED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087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79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9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79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70618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98788"/>
            <a:ext cx="10908792" cy="10547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98788"/>
            <a:ext cx="54864" cy="105470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10851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Cohort percentiles are not comparable across managers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391980"/>
            <a:ext cx="10616184" cy="5700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63218"/>
            <a:ext cx="10908792" cy="10547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5163218"/>
            <a:ext cx="54864" cy="105470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2729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differs without deciding mandate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556410"/>
            <a:ext cx="10616184" cy="5700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reports the most RAUM and clients; all three report zero Item 11 disclosures [S1][S2][S3]. Why it matters: Scale changes operating complexity, not mandate quality. Uncertainty: Adviser…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FLAGS BY SEVERITY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5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52547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Advisors: no flags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1961080"/>
          <a:ext cx="10908792" cy="1576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54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54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D 7.B.1 rows for Harbor Example Opportunities Fund and Harbor Example Credit Fund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54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647227"/>
          <a:ext cx="10908792" cy="1576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54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54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54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5333374"/>
            <a:ext cx="10908792" cy="8845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33374"/>
            <a:ext cx="54864" cy="8845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431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gaps differ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26566"/>
            <a:ext cx="10616184" cy="399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Harbor lacks complete provider evidence, while Northfield also lacks catalog identity [S2][S3]. Why it matters: The gaps require different diligence paths before selection. Uncertainty: The public sample…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S8 · S9 · S10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13F OVERLAP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OVERLAP (PERIOD 2026-06-30)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95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399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399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5781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Ridgeview–Harbor: 31 common positions [S6].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7073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SHARED POSITIONS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145056"/>
          <a:ext cx="10908792" cy="1160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902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Index ETF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Semiconductor Corp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02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Software Inc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415593"/>
            <a:ext cx="10908792" cy="8462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415593"/>
            <a:ext cx="54864" cy="8462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525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808785"/>
            <a:ext cx="10616184" cy="3616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71620"/>
            <a:ext cx="10908792" cy="8462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371620"/>
            <a:ext cx="54864" cy="8462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4813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Reported overlap is limited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764812"/>
            <a:ext cx="10616184" cy="3616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18.4% weighted overlap across 31 positions [S6]. Why it matters: Their reported long books are not interchangeable. Uncertainty: Northfield lacks usable same-period Form…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ADV–13F consistency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0796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event publication is not ready for Ridgeview or Harbor; Northfield is not in the diligence catalog [S10][S3]. Absence is not evidence of no events.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15280"/>
          <a:ext cx="10908792" cy="226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650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50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0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5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8851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85123"/>
            <a:ext cx="54864" cy="133279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9948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Identity and coverage gaps govern interpretation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2783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usable consistency checks, while Northfield is outside the catalog [S8][S11][S3]. Why it matters: Evidence depth materially differs across the three managers. Uncertainty: Northfield…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S10 · S11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RETURNED AND THE PERMITTED FOLLOW-UP FOR EACH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0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02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event_publication_not_ready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729928"/>
            <a:ext cx="5239512" cy="4879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Completeness excludes catalog-inapplicable evidence and treats unpublished events as unavailable, not as a quiet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STEPS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09360" y="1600200"/>
          <a:ext cx="5239512" cy="3151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787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gap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879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09360" y="4770164"/>
            <a:ext cx="523951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Offers only; no action has been taken.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062772"/>
            <a:ext cx="5239512" cy="1155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Optional, only on request after a previewed dry run: add a manager to the research watchlist or start Form ADV monitoring.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sha256:9364230b9895a9186656f1afaa4fdd9ff25a070143a72a1b504df9822dbd0c2c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sha256:0ba26a4bbb2e102faee753294979c1138f605a155f985ac94efe3e887fdc52f7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sha256:079104f42a886920dde0e602181eea3c7622408e953d392d251e822c3d4c40fc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sha256:02bde3555a826680ac703dc2f2b89fbb093036a42c537ffa067590dde6b99d98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sha256:ac6a4099593588f1ff12b41d56187683d45a4860c1d6b076ea601db88f9a9544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sha256:92cdf7540064d7e561fae2a2b9b1cb371e49a0421b9ca8ccaf8d5ef73a6ed907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sha256:3cb10846a6ea6eae69552d0fdba086d996c6b674c6e6c2c707ffd556f51bf50d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sha256:052330f5bbf0bf07ded0648cdacf9f452a9be7aef933b86130551d39c5cd9236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sha256:c5b2df526a01725ac3e9171b38b2b72687d5f5faa1864768ec4c3bc85ceeb816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sha256:50e4d573d06639839dc345c94ef1e122c0380d0a1c5e1c5c7477c6e8715cb44f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sha256:ac4c506efcb81b48fdc16e42bff6a13136fcc0a2b78fcad838a590e4fccee0ab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S8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public sample are illustrative.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</dc:title>
  <dc:subject>Manager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